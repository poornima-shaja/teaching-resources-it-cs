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ITIL 4 – Unit 3</a:t>
            </a:r>
          </a:p>
          <a:p>
            <a:r>
              <a:t>Drive Stakeholder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Journey &amp; Value Co‑Creation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– Drive Stakeholder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value is co-created by all stakeholders</a:t>
            </a:r>
          </a:p>
          <a:p>
            <a:pPr lvl="1"/>
            <a:r>
              <a:t>Stakeholders include customers, users, sponsors, service providers</a:t>
            </a:r>
          </a:p>
          <a:p>
            <a:pPr lvl="1"/>
            <a:r>
              <a:t>Focus is on value, not just service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Stakeholder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is perceived differently by each stakeholder</a:t>
            </a:r>
          </a:p>
          <a:p>
            <a:pPr lvl="1"/>
            <a:r>
              <a:t>Value depends on outcomes, experience, cost and risk</a:t>
            </a:r>
          </a:p>
          <a:p>
            <a:pPr lvl="1"/>
            <a:r>
              <a:t>Effective collaboration increases stakeholder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experience of customer with service provider</a:t>
            </a:r>
          </a:p>
          <a:p>
            <a:pPr lvl="1"/>
            <a:r>
              <a:t>Includes all interactions and touchpoints</a:t>
            </a:r>
          </a:p>
          <a:p>
            <a:pPr lvl="1"/>
            <a:r>
              <a:t>Directly impacts customer experience (CX)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Experience &amp;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Experience = functional + emotional interactions</a:t>
            </a:r>
          </a:p>
          <a:p>
            <a:pPr lvl="1"/>
            <a:r>
              <a:t>Personas represent typical customers or users</a:t>
            </a:r>
          </a:p>
          <a:p>
            <a:pPr lvl="1"/>
            <a:r>
              <a:t>Helps understand needs and expectations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Steps of 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</a:t>
            </a:r>
          </a:p>
          <a:p>
            <a:pPr lvl="1"/>
            <a:r>
              <a:t>Engage</a:t>
            </a:r>
          </a:p>
          <a:p>
            <a:pPr lvl="1"/>
            <a:r>
              <a:t>Offer</a:t>
            </a:r>
          </a:p>
          <a:p>
            <a:pPr lvl="1"/>
            <a:r>
              <a:t>Agree</a:t>
            </a:r>
          </a:p>
          <a:p>
            <a:pPr lvl="1"/>
            <a:r>
              <a:t>Onboard</a:t>
            </a:r>
          </a:p>
          <a:p>
            <a:pPr lvl="1"/>
            <a:r>
              <a:t>Co‑create</a:t>
            </a:r>
          </a:p>
          <a:p>
            <a:pPr lvl="1"/>
            <a:r>
              <a:t>Realize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Explore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markets and stakeholders</a:t>
            </a:r>
          </a:p>
          <a:p>
            <a:pPr lvl="1"/>
            <a:r>
              <a:t>Identify needs, opportunities and demand</a:t>
            </a:r>
          </a:p>
          <a:p>
            <a:pPr lvl="1"/>
            <a:r>
              <a:t>Service providers analyze market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Engage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and maintain relationships</a:t>
            </a:r>
          </a:p>
          <a:p>
            <a:pPr lvl="1"/>
            <a:r>
              <a:t>Ensure clear communication and trust</a:t>
            </a:r>
          </a:p>
          <a:p>
            <a:pPr lvl="1"/>
            <a:r>
              <a:t>Types: basic, cooperative, partnership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Shape demand and service offerings</a:t>
            </a:r>
          </a:p>
          <a:p>
            <a:pPr lvl="1"/>
            <a:r>
              <a:t>Match customer needs with services</a:t>
            </a:r>
          </a:p>
          <a:p>
            <a:pPr lvl="1"/>
            <a:r>
              <a:t>Uses Agile, Lean and design thinking approaches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Agree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 expectations of all stakeholders</a:t>
            </a:r>
          </a:p>
          <a:p>
            <a:pPr lvl="1"/>
            <a:r>
              <a:t>Agree on service scope, quality and outcomes</a:t>
            </a:r>
          </a:p>
          <a:p>
            <a:pPr lvl="1"/>
            <a:r>
              <a:t>Includes utility, warranty and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Onboard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 from agreement to service use</a:t>
            </a:r>
          </a:p>
          <a:p>
            <a:pPr lvl="1"/>
            <a:r>
              <a:t>Enable users with training and support</a:t>
            </a:r>
          </a:p>
          <a:p>
            <a:pPr lvl="1"/>
            <a:r>
              <a:t>Includes onboarding and offboarding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Co‑create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is delivered and consumed</a:t>
            </a:r>
          </a:p>
          <a:p>
            <a:pPr lvl="1"/>
            <a:r>
              <a:t>Stakeholders work together to create value</a:t>
            </a:r>
          </a:p>
          <a:p>
            <a:pPr lvl="1"/>
            <a:r>
              <a:t>Requires service mindset and mature practices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Realize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and evaluate service value</a:t>
            </a:r>
          </a:p>
          <a:p>
            <a:pPr lvl="1"/>
            <a:r>
              <a:t>Use service value indicators and metrics</a:t>
            </a:r>
          </a:p>
          <a:p>
            <a:pPr lvl="1"/>
            <a:r>
              <a:t>Identify improvements continuously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Journey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Journey is not always linear</a:t>
            </a:r>
          </a:p>
          <a:p>
            <a:pPr lvl="1"/>
            <a:r>
              <a:t>Includes visible and invisible activities</a:t>
            </a:r>
          </a:p>
          <a:p>
            <a:pPr lvl="1"/>
            <a:r>
              <a:t>Each touchpoint affects experience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– Drive Stakeholder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is co-created throughout the journey</a:t>
            </a:r>
          </a:p>
          <a:p>
            <a:pPr lvl="1"/>
            <a:r>
              <a:t>Experience is as important as outcomes</a:t>
            </a:r>
          </a:p>
          <a:p>
            <a:pPr lvl="1"/>
            <a:r>
              <a:t>Each step contributes to stakeholder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Drive Stakeholder Value</a:t>
            </a:r>
          </a:p>
          <a:p>
            <a:pPr lvl="1"/>
            <a:r>
              <a:t>Describe the 7 steps of customer journey</a:t>
            </a:r>
          </a:p>
          <a:p>
            <a:pPr lvl="1"/>
            <a:r>
              <a:t>What is customer experience and persona?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