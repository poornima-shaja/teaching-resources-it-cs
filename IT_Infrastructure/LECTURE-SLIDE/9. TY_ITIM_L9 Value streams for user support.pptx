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Value Streams for User Support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Value Streams for New Services</a:t>
            </a:r>
          </a:p>
          <a:p>
            <a:pPr lvl="1"/>
            <a:r>
              <a:t>Based on Claire Agutter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What is User Support?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User support helps users when they face issues or need assistance with IT services.</a:t>
            </a:r>
          </a:p>
          <a:p>
            <a:r>
              <a:rPr lang="en-US" dirty="0"/>
              <a:t>It ensures users can use services smoothly without interruptions.</a:t>
            </a:r>
          </a:p>
          <a:p>
            <a:r>
              <a:rPr lang="en-US" dirty="0"/>
              <a:t>User support improves user satisfaction and service quality.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Value Stream?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value stream is a series of steps taken to deliver support to users.</a:t>
            </a:r>
          </a:p>
          <a:p>
            <a:r>
              <a:rPr lang="en-US" dirty="0"/>
              <a:t>It starts when a user reports an issue and ends when the issue is resolved.</a:t>
            </a:r>
          </a:p>
          <a:p>
            <a:r>
              <a:rPr lang="en-US" dirty="0"/>
              <a:t>Each step adds value by helping restore the service.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ITIL Practices in User Support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ITIL practices are structured methods used to manage services effectively.</a:t>
            </a:r>
          </a:p>
          <a:p>
            <a:r>
              <a:rPr lang="en-US" dirty="0"/>
              <a:t>These practices help resolve issues quickly and efficiently.</a:t>
            </a:r>
          </a:p>
          <a:p>
            <a:r>
              <a:rPr lang="en-US" dirty="0"/>
              <a:t>They ensure consistent and high-quality support.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Service Desk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Service Desk is the main point of contact between users and IT.</a:t>
            </a:r>
          </a:p>
          <a:p>
            <a:r>
              <a:rPr lang="en-US" dirty="0"/>
              <a:t>It receives user requests, incidents, and complaints.</a:t>
            </a:r>
          </a:p>
          <a:p>
            <a:r>
              <a:rPr lang="en-US" dirty="0"/>
              <a:t>It helps resolve issues or forwards them to the appropriate team.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Incident Management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Incident Management focuses on restoring normal service quickly after an issue.</a:t>
            </a:r>
          </a:p>
          <a:p>
            <a:r>
              <a:rPr lang="en-US" dirty="0"/>
              <a:t>An incident is any unplanned interruption in service.</a:t>
            </a:r>
          </a:p>
          <a:p>
            <a:r>
              <a:rPr lang="en-US" dirty="0"/>
              <a:t>The goal is fast recovery and minimum disruption.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Problem Management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Problem Management identifies and fixes the root cause of incidents.</a:t>
            </a:r>
          </a:p>
          <a:p>
            <a:r>
              <a:rPr lang="en-US" dirty="0"/>
              <a:t>It prevents incidents from happening again.</a:t>
            </a:r>
          </a:p>
          <a:p>
            <a:r>
              <a:rPr lang="en-US" dirty="0"/>
              <a:t>It improves system stability and reliability.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Knowledge Management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Knowledge Management stores useful information about services and solutions.</a:t>
            </a:r>
          </a:p>
          <a:p>
            <a:r>
              <a:rPr lang="en-US" dirty="0"/>
              <a:t>It helps support staff solve issues faster.</a:t>
            </a:r>
          </a:p>
          <a:p>
            <a:r>
              <a:rPr lang="en-US" dirty="0"/>
              <a:t>It also helps users find solutions on their own.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Service Level Management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Service Level Management ensures agreed service quality is maintained.</a:t>
            </a:r>
          </a:p>
          <a:p>
            <a:r>
              <a:rPr lang="en-US" dirty="0"/>
              <a:t>It monitors service performance and availability.</a:t>
            </a:r>
          </a:p>
          <a:p>
            <a:r>
              <a:rPr lang="en-US" dirty="0"/>
              <a:t>It ensures services meet user expectations.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Monitoring and Event Management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Monitoring tracks the performance of IT services continuously.</a:t>
            </a:r>
          </a:p>
          <a:p>
            <a:r>
              <a:rPr lang="en-US" dirty="0"/>
              <a:t>Events are alerts or notifications about system changes.</a:t>
            </a:r>
          </a:p>
          <a:p>
            <a:r>
              <a:rPr lang="en-US" dirty="0"/>
              <a:t>It helps detect issues early and prevent failures.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Value Stream Example (User Support Flow)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Steps in user support value stream:</a:t>
            </a:r>
          </a:p>
          <a:p>
            <a:r>
              <a:rPr lang="en-US" dirty="0"/>
              <a:t>User reports issue</a:t>
            </a:r>
          </a:p>
          <a:p>
            <a:r>
              <a:rPr lang="en-US" dirty="0"/>
              <a:t>Service desk receives request</a:t>
            </a:r>
          </a:p>
          <a:p>
            <a:r>
              <a:rPr lang="en-US" dirty="0"/>
              <a:t>Incident is recorded</a:t>
            </a:r>
          </a:p>
          <a:p>
            <a:r>
              <a:rPr lang="en-US" dirty="0"/>
              <a:t>Issue is analyzed</a:t>
            </a:r>
          </a:p>
          <a:p>
            <a:r>
              <a:rPr lang="en-US" dirty="0"/>
              <a:t>Issue is resolved</a:t>
            </a:r>
          </a:p>
          <a:p>
            <a:r>
              <a:rPr lang="en-US" dirty="0"/>
              <a:t>Service is restored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1022F-E058-2C10-28AD-20E112AEE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C38AC-239C-AC51-5C54-8B8185903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Benefits of User Support Value Streams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7380C7-C666-A91D-2BFA-65C100F494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Faster issue resolution</a:t>
            </a:r>
            <a:br>
              <a:rPr lang="en-US" dirty="0"/>
            </a:br>
            <a:r>
              <a:rPr lang="en-US" dirty="0"/>
              <a:t>Improved user satisfaction</a:t>
            </a:r>
            <a:br>
              <a:rPr lang="en-US" dirty="0"/>
            </a:br>
            <a:r>
              <a:rPr lang="en-US" dirty="0"/>
              <a:t>Better service quality</a:t>
            </a:r>
            <a:br>
              <a:rPr lang="en-US" dirty="0"/>
            </a:br>
            <a:r>
              <a:rPr lang="en-US" dirty="0"/>
              <a:t>Reduced service downtime</a:t>
            </a:r>
          </a:p>
        </p:txBody>
      </p:sp>
    </p:spTree>
    <p:extLst>
      <p:ext uri="{BB962C8B-B14F-4D97-AF65-F5344CB8AC3E}">
        <p14:creationId xmlns:p14="http://schemas.microsoft.com/office/powerpoint/2010/main" val="2394480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86C78-09EC-D558-AFC0-274E067DE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0B85B-3D9B-9F01-BADE-4125A1C2E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Summary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E700B-9461-30D0-0817-F4F4929754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User support ensures smooth functioning of IT services.</a:t>
            </a:r>
          </a:p>
          <a:p>
            <a:r>
              <a:rPr lang="en-US" dirty="0"/>
              <a:t>ITIL practices help manage and resolve issues efficiently.</a:t>
            </a:r>
          </a:p>
          <a:p>
            <a:r>
              <a:rPr lang="en-US" dirty="0"/>
              <a:t>Value streams ensure structured and effective support.</a:t>
            </a:r>
          </a:p>
        </p:txBody>
      </p:sp>
    </p:spTree>
    <p:extLst>
      <p:ext uri="{BB962C8B-B14F-4D97-AF65-F5344CB8AC3E}">
        <p14:creationId xmlns:p14="http://schemas.microsoft.com/office/powerpoint/2010/main" val="41102171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399</Words>
  <Application>Microsoft Office PowerPoint</Application>
  <PresentationFormat>On-screen Show (4:3)</PresentationFormat>
  <Paragraphs>53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Value Streams for User Support</vt:lpstr>
      <vt:lpstr>What is User Support?</vt:lpstr>
      <vt:lpstr>What is a Value Stream?</vt:lpstr>
      <vt:lpstr>ITIL Practices in User Support</vt:lpstr>
      <vt:lpstr>Service Desk</vt:lpstr>
      <vt:lpstr>Incident Management</vt:lpstr>
      <vt:lpstr>Problem Management</vt:lpstr>
      <vt:lpstr>Knowledge Management</vt:lpstr>
      <vt:lpstr>Service Level Management</vt:lpstr>
      <vt:lpstr>Monitoring and Event Management</vt:lpstr>
      <vt:lpstr>Value Stream Example (User Support Flow)</vt:lpstr>
      <vt:lpstr>Benefits of User Support Value Streams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poornimanadar1234@gmail.com</cp:lastModifiedBy>
  <cp:revision>3</cp:revision>
  <dcterms:created xsi:type="dcterms:W3CDTF">2013-01-27T09:14:16Z</dcterms:created>
  <dcterms:modified xsi:type="dcterms:W3CDTF">2026-02-16T17:56:03Z</dcterms:modified>
  <cp:category/>
</cp:coreProperties>
</file>