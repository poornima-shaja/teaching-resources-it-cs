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ITIL 4 – Create, Deliver &amp; Support (CDS)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Streams for New Services</a:t>
            </a:r>
          </a:p>
          <a:p>
            <a:pPr lvl="1"/>
            <a:r>
              <a:t>Based on Claire Agutter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Value Chain vs Value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 Value Chain: Overall model for value creation</a:t>
            </a:r>
          </a:p>
          <a:p>
            <a:pPr lvl="1"/>
            <a:r>
              <a:t>Value Stream: Specific sequence of activities for a service</a:t>
            </a:r>
          </a:p>
          <a:p>
            <a:pPr lvl="1"/>
            <a:r>
              <a:t>Value streams operate within the value 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Reviewing Service Value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Identifies bottlenecks and delays</a:t>
            </a:r>
          </a:p>
          <a:p>
            <a:pPr lvl="1"/>
            <a:r>
              <a:t>Improves efficiency and workflow</a:t>
            </a:r>
          </a:p>
          <a:p>
            <a:pPr lvl="1"/>
            <a:r>
              <a:t>Ensures faster and reliable service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ITIL Practices in Value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Practices are organizational capabilities</a:t>
            </a:r>
          </a:p>
          <a:p>
            <a:pPr lvl="1"/>
            <a:r>
              <a:t>Multiple practices support each stage</a:t>
            </a:r>
          </a:p>
          <a:p>
            <a:pPr lvl="1"/>
            <a:r>
              <a:t>Integration ensures successful service creation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Value Stream for a New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</a:t>
            </a:r>
          </a:p>
          <a:p>
            <a:pPr lvl="1"/>
            <a:r>
              <a:t>Design</a:t>
            </a:r>
          </a:p>
          <a:p>
            <a:pPr lvl="1"/>
            <a:r>
              <a:t>Build</a:t>
            </a:r>
          </a:p>
          <a:p>
            <a:pPr lvl="1"/>
            <a:r>
              <a:t>Test</a:t>
            </a:r>
          </a:p>
          <a:p>
            <a:pPr lvl="1"/>
            <a:r>
              <a:t>Release</a:t>
            </a:r>
          </a:p>
          <a:p>
            <a:pPr lvl="1"/>
            <a:r>
              <a:t>Deploy</a:t>
            </a:r>
          </a:p>
          <a:p>
            <a:pPr lvl="1"/>
            <a:r>
              <a:t>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Enablement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and authorizes changes</a:t>
            </a:r>
          </a:p>
          <a:p>
            <a:pPr lvl="1"/>
            <a:r>
              <a:t>Reduces risk of failures</a:t>
            </a:r>
          </a:p>
          <a:p>
            <a:pPr lvl="1"/>
            <a:r>
              <a:t>Balances innovation with stability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Design &amp;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requirements and architecture</a:t>
            </a:r>
          </a:p>
          <a:p>
            <a:pPr lvl="1"/>
            <a:r>
              <a:t>Designs processes and service levels</a:t>
            </a:r>
          </a:p>
          <a:p>
            <a:pPr lvl="1"/>
            <a:r>
              <a:t>Builds and manages software components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Validation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Verifies service meets requirements</a:t>
            </a:r>
          </a:p>
          <a:p>
            <a:pPr lvl="1"/>
            <a:r>
              <a:t>Ensures quality, performance, and security</a:t>
            </a:r>
          </a:p>
          <a:p>
            <a:pPr lvl="1"/>
            <a:r>
              <a:t>Confirms readiness before release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Plans and controls releases</a:t>
            </a:r>
          </a:p>
          <a:p>
            <a:pPr lvl="1"/>
            <a:r>
              <a:t>Packages and schedules components</a:t>
            </a:r>
          </a:p>
          <a:p>
            <a:pPr lvl="1"/>
            <a:r>
              <a:t>Coordinates release activities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Moves components to live environment</a:t>
            </a:r>
          </a:p>
          <a:p>
            <a:pPr lvl="1"/>
            <a:r>
              <a:t>Ensures successful installation</a:t>
            </a:r>
          </a:p>
          <a:p>
            <a:pPr lvl="1"/>
            <a:r>
              <a:t>Minimizes user disruption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stream = end-to-end flow for new service</a:t>
            </a:r>
          </a:p>
          <a:p>
            <a:pPr lvl="1"/>
            <a:r>
              <a:t>ITIL practices support each step</a:t>
            </a:r>
          </a:p>
          <a:p>
            <a:pPr lvl="1"/>
            <a:r>
              <a:t>Integration ensures quality and speed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