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2</a:t>
            </a:r>
          </a:p>
          <a:p>
            <a:r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Revision + 25 MCQs</a:t>
            </a:r>
          </a:p>
          <a:p>
            <a:r>
              <a:t>Search, Planning, Learning &amp; Expert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Problems by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Evaluation:</a:t>
            </a:r>
          </a:p>
          <a:p>
            <a:pPr lvl="1"/>
            <a:r>
              <a:t>• Completeness</a:t>
            </a:r>
          </a:p>
          <a:p>
            <a:pPr lvl="1"/>
            <a:r>
              <a:t>• Optimality</a:t>
            </a:r>
          </a:p>
          <a:p>
            <a:pPr lvl="1"/>
            <a:r>
              <a:t>• Time Complexity</a:t>
            </a:r>
          </a:p>
          <a:p>
            <a:pPr lvl="1"/>
            <a:r>
              <a:t>• Space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Uninformed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Breadth First Search (BFS)</a:t>
            </a:r>
          </a:p>
          <a:p>
            <a:pPr lvl="1"/>
            <a:r>
              <a:t>• Uses Queue (FIFO)</a:t>
            </a:r>
          </a:p>
          <a:p>
            <a:pPr lvl="1"/>
            <a:r>
              <a:t>• Complete &amp; Optimal (equal cost)</a:t>
            </a:r>
          </a:p>
          <a:p>
            <a:pPr lvl="1"/>
          </a:p>
          <a:p>
            <a:pPr lvl="1"/>
            <a:r>
              <a:t>Depth First Search (DFS)</a:t>
            </a:r>
          </a:p>
          <a:p>
            <a:pPr lvl="1"/>
            <a:r>
              <a:t>• Uses Stack (LIFO)</a:t>
            </a:r>
          </a:p>
          <a:p>
            <a:pPr lvl="1"/>
            <a:r>
              <a:t>• Less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Informed (Heuristic)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Heuristic Function: h(n)</a:t>
            </a:r>
          </a:p>
          <a:p>
            <a:pPr lvl="1"/>
            <a:r>
              <a:t>Admissible Heuristic: Never overestimates</a:t>
            </a:r>
          </a:p>
          <a:p>
            <a:pPr lvl="1"/>
            <a:r>
              <a:t>Greedy Best First Search: Uses h(n)</a:t>
            </a:r>
          </a:p>
          <a:p>
            <a:pPr lvl="1"/>
            <a:r>
              <a:t>A* Search: f(n) = g(n) + h(n)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= Sequence of actions to reach goal</a:t>
            </a:r>
          </a:p>
          <a:p>
            <a:pPr lvl="1"/>
            <a:r>
              <a:t>Total Order Planning: Fixed sequence</a:t>
            </a:r>
          </a:p>
          <a:p>
            <a:pPr lvl="1"/>
            <a:r>
              <a:t>Partial Order Planning: Flexible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– Labeled data</a:t>
            </a:r>
          </a:p>
          <a:p>
            <a:pPr lvl="1"/>
            <a:r>
              <a:t>Unsupervised Learning – No labels</a:t>
            </a:r>
          </a:p>
          <a:p>
            <a:pPr lvl="1"/>
            <a:r>
              <a:t>Semi-supervised – Few labeled + many unlabeled</a:t>
            </a:r>
          </a:p>
          <a:p>
            <a:pPr lvl="1"/>
            <a:r>
              <a:t>Reinforcement Learning – Reward based</a:t>
            </a:r>
          </a:p>
          <a:p>
            <a:pPr lvl="1"/>
            <a:r>
              <a:t>Ensemble Learning – Multiple models combined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pPr lvl="1"/>
            <a:r>
              <a:t>• Knowledge Base</a:t>
            </a:r>
          </a:p>
          <a:p>
            <a:pPr lvl="1"/>
            <a:r>
              <a:t>• Inference Engine</a:t>
            </a:r>
          </a:p>
          <a:p>
            <a:pPr lvl="1"/>
            <a:r>
              <a:t>• Working Memory</a:t>
            </a:r>
          </a:p>
          <a:p>
            <a:pPr lvl="1"/>
            <a:r>
              <a:t>• User Interface</a:t>
            </a:r>
          </a:p>
          <a:p>
            <a:pPr lvl="1"/>
            <a:r>
              <a:t>Development: Knowledge acquisition → Implementation →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Which is NOT a performance evaluation criterion?</a:t>
            </a:r>
          </a:p>
          <a:p>
            <a:r>
              <a:t>A) Completeness</a:t>
            </a:r>
          </a:p>
          <a:p>
            <a:r>
              <a:t>B) Optimality</a:t>
            </a:r>
          </a:p>
          <a:p>
            <a:r>
              <a:t>C) Flexibility</a:t>
            </a:r>
          </a:p>
          <a:p>
            <a:r>
              <a:t>D) Time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Q2. Which search uses FIFO?</a:t>
            </a:r>
          </a:p>
          <a:p>
            <a:r>
              <a:t>A) DFS</a:t>
            </a:r>
          </a:p>
          <a:p>
            <a:r>
              <a:t>B) BFS</a:t>
            </a:r>
          </a:p>
          <a:p>
            <a:r>
              <a:t>C) A*</a:t>
            </a:r>
          </a:p>
          <a:p>
            <a:r>
              <a:t>D) Greedy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Q3. DFS uses which data structure?</a:t>
            </a:r>
          </a:p>
          <a:p>
            <a:r>
              <a:t>A) Queue</a:t>
            </a:r>
          </a:p>
          <a:p>
            <a:r>
              <a:t>B) Stack</a:t>
            </a:r>
          </a:p>
          <a:p>
            <a:r>
              <a:t>C) Heap</a:t>
            </a:r>
          </a:p>
          <a:p>
            <a:r>
              <a:t>D)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Q4. BFS is optimal when:</a:t>
            </a:r>
          </a:p>
          <a:p>
            <a:r>
              <a:t>A) Costs are equal</a:t>
            </a:r>
          </a:p>
          <a:p>
            <a:r>
              <a:t>B) Costs vary</a:t>
            </a:r>
          </a:p>
          <a:p>
            <a:r>
              <a:t>C) No solution exists</a:t>
            </a:r>
          </a:p>
          <a:p>
            <a:r>
              <a:t>D) Depth is infinite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Q5. Which search has high memory usage?</a:t>
            </a:r>
          </a:p>
          <a:p>
            <a:r>
              <a:t>A) DFS</a:t>
            </a:r>
          </a:p>
          <a:p>
            <a:r>
              <a:t>B) BFS</a:t>
            </a:r>
          </a:p>
          <a:p>
            <a:r>
              <a:t>C) Greedy</a:t>
            </a:r>
          </a:p>
          <a:p>
            <a:r>
              <a:t>D) IDDFS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Q6. Heuristic function is represented as:</a:t>
            </a:r>
          </a:p>
          <a:p>
            <a:r>
              <a:t>A) g(n)</a:t>
            </a:r>
          </a:p>
          <a:p>
            <a:r>
              <a:t>B) f(n)</a:t>
            </a:r>
          </a:p>
          <a:p>
            <a:r>
              <a:t>C) h(n)</a:t>
            </a:r>
          </a:p>
          <a:p>
            <a:r>
              <a:t>D) c(n)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Q7. Admissible heuristic:</a:t>
            </a:r>
          </a:p>
          <a:p>
            <a:r>
              <a:t>A) Overestimates</a:t>
            </a:r>
          </a:p>
          <a:p>
            <a:r>
              <a:t>B) Underestimates or equals</a:t>
            </a:r>
          </a:p>
          <a:p>
            <a:r>
              <a:t>C) Random</a:t>
            </a:r>
          </a:p>
          <a:p>
            <a:r>
              <a:t>D) Infinite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Q8. Greedy Best First Search uses:</a:t>
            </a:r>
          </a:p>
          <a:p>
            <a:r>
              <a:t>A) g(n)</a:t>
            </a:r>
          </a:p>
          <a:p>
            <a:r>
              <a:t>B) h(n)</a:t>
            </a:r>
          </a:p>
          <a:p>
            <a:r>
              <a:t>C) g(n)+h(n)</a:t>
            </a:r>
          </a:p>
          <a:p>
            <a:r>
              <a:t>D) None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Q9. A* evaluation function is:</a:t>
            </a:r>
          </a:p>
          <a:p>
            <a:r>
              <a:t>A) h(n)</a:t>
            </a:r>
          </a:p>
          <a:p>
            <a:r>
              <a:t>B) g(n)</a:t>
            </a:r>
          </a:p>
          <a:p>
            <a:r>
              <a:t>C) g(n)+h(n)</a:t>
            </a:r>
          </a:p>
          <a:p>
            <a:r>
              <a:t>D) h(n)-g(n)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Q10. A* is optimal if:</a:t>
            </a:r>
          </a:p>
          <a:p>
            <a:r>
              <a:t>A) Heuristic is admissible</a:t>
            </a:r>
          </a:p>
          <a:p>
            <a:r>
              <a:t>B) Heuristic overestimates</a:t>
            </a:r>
          </a:p>
          <a:p>
            <a:r>
              <a:t>C) No heuristic</a:t>
            </a:r>
          </a:p>
          <a:p>
            <a:r>
              <a:t>D) DFS used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Q11. Planning means:</a:t>
            </a:r>
          </a:p>
          <a:p>
            <a:r>
              <a:t>A) Learning</a:t>
            </a:r>
          </a:p>
          <a:p>
            <a:r>
              <a:t>B) Searching</a:t>
            </a:r>
          </a:p>
          <a:p>
            <a:r>
              <a:t>C) Sequence of actions to reach goal</a:t>
            </a:r>
          </a:p>
          <a:p>
            <a:r>
              <a:t>D) Classification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Q12. Total order planning:</a:t>
            </a:r>
          </a:p>
          <a:p>
            <a:r>
              <a:t>A) Flexible order</a:t>
            </a:r>
          </a:p>
          <a:p>
            <a:r>
              <a:t>B) Fixed sequence</a:t>
            </a:r>
          </a:p>
          <a:p>
            <a:r>
              <a:t>C) No order</a:t>
            </a:r>
          </a:p>
          <a:p>
            <a:r>
              <a:t>D) Random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Q13. Partial order planning:</a:t>
            </a:r>
          </a:p>
          <a:p>
            <a:r>
              <a:t>A) Strict sequence</a:t>
            </a:r>
          </a:p>
          <a:p>
            <a:r>
              <a:t>B) No flexibility</a:t>
            </a:r>
          </a:p>
          <a:p>
            <a:r>
              <a:t>C) Partially ordered actions</a:t>
            </a:r>
          </a:p>
          <a:p>
            <a:r>
              <a:t>D) Only one action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Q14. Supervised learning uses:</a:t>
            </a:r>
          </a:p>
          <a:p>
            <a:r>
              <a:t>A) Unlabeled data</a:t>
            </a:r>
          </a:p>
          <a:p>
            <a:r>
              <a:t>B) Labeled data</a:t>
            </a:r>
          </a:p>
          <a:p>
            <a:r>
              <a:t>C) Rewards</a:t>
            </a:r>
          </a:p>
          <a:p>
            <a:r>
              <a:t>D) Rules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Q15. Unsupervised learning is used for:</a:t>
            </a:r>
          </a:p>
          <a:p>
            <a:r>
              <a:t>A) Classification with labels</a:t>
            </a:r>
          </a:p>
          <a:p>
            <a:r>
              <a:t>B) Clustering</a:t>
            </a:r>
          </a:p>
          <a:p>
            <a:r>
              <a:t>C) Reinforcement</a:t>
            </a:r>
          </a:p>
          <a:p>
            <a:r>
              <a:t>D) Planning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Q16. Reinforcement learning is based on:</a:t>
            </a:r>
          </a:p>
          <a:p>
            <a:r>
              <a:t>A) Labels</a:t>
            </a:r>
          </a:p>
          <a:p>
            <a:r>
              <a:t>B) Reward &amp; punishment</a:t>
            </a:r>
          </a:p>
          <a:p>
            <a:r>
              <a:t>C) Clustering</a:t>
            </a:r>
          </a:p>
          <a:p>
            <a:r>
              <a:t>D) Searching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Q17. Semi-supervised learning uses:</a:t>
            </a:r>
          </a:p>
          <a:p>
            <a:r>
              <a:t>A) Only labeled</a:t>
            </a:r>
          </a:p>
          <a:p>
            <a:r>
              <a:t>B) Only unlabeled</a:t>
            </a:r>
          </a:p>
          <a:p>
            <a:r>
              <a:t>C) Both labeled &amp; unlabeled</a:t>
            </a:r>
          </a:p>
          <a:p>
            <a:r>
              <a:t>D) No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Q18. Ensemble learning:</a:t>
            </a:r>
          </a:p>
          <a:p>
            <a:r>
              <a:t>A) Single model</a:t>
            </a:r>
          </a:p>
          <a:p>
            <a:r>
              <a:t>B) Multiple models combined</a:t>
            </a:r>
          </a:p>
          <a:p>
            <a:r>
              <a:t>C) No training</a:t>
            </a:r>
          </a:p>
          <a:p>
            <a:r>
              <a:t>D) Random guessing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Q19. Learning agent has how many main components?</a:t>
            </a:r>
          </a:p>
          <a:p>
            <a:r>
              <a:t>A) 2</a:t>
            </a:r>
          </a:p>
          <a:p>
            <a:r>
              <a:t>B) 3</a:t>
            </a:r>
          </a:p>
          <a:p>
            <a:r>
              <a:t>C) 4</a:t>
            </a:r>
          </a:p>
          <a:p>
            <a:r>
              <a:t>D)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Q20. Knowledge base stores:</a:t>
            </a:r>
          </a:p>
          <a:p>
            <a:r>
              <a:t>A) Rules &amp; facts</a:t>
            </a:r>
          </a:p>
          <a:p>
            <a:r>
              <a:t>B) User data</a:t>
            </a:r>
          </a:p>
          <a:p>
            <a:r>
              <a:t>C) Hardware</a:t>
            </a:r>
          </a:p>
          <a:p>
            <a:r>
              <a:t>D) Memory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Q21. Inference engine:</a:t>
            </a:r>
          </a:p>
          <a:p>
            <a:r>
              <a:t>A) Stores data</a:t>
            </a:r>
          </a:p>
          <a:p>
            <a:r>
              <a:t>B) Applies rules</a:t>
            </a:r>
          </a:p>
          <a:p>
            <a:r>
              <a:t>C) Displays output</a:t>
            </a:r>
          </a:p>
          <a:p>
            <a:r>
              <a:t>D) Deletes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Q22. Working memory stores:</a:t>
            </a:r>
          </a:p>
          <a:p>
            <a:r>
              <a:t>A) Permanent knowledge</a:t>
            </a:r>
          </a:p>
          <a:p>
            <a:r>
              <a:t>B) Temporary facts</a:t>
            </a:r>
          </a:p>
          <a:p>
            <a:r>
              <a:t>C) Interface</a:t>
            </a:r>
          </a:p>
          <a:p>
            <a:r>
              <a:t>D) Algorithms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Q23. User interface is used for:</a:t>
            </a:r>
          </a:p>
          <a:p>
            <a:r>
              <a:t>A) Knowledge storage</a:t>
            </a:r>
          </a:p>
          <a:p>
            <a:r>
              <a:t>B) Communication with user</a:t>
            </a:r>
          </a:p>
          <a:p>
            <a:r>
              <a:t>C) Searching</a:t>
            </a:r>
          </a:p>
          <a:p>
            <a:r>
              <a:t>D) Planning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Q24. First step in expert system development:</a:t>
            </a:r>
          </a:p>
          <a:p>
            <a:r>
              <a:t>A) Testing</a:t>
            </a:r>
          </a:p>
          <a:p>
            <a:r>
              <a:t>B) Knowledge acquisition</a:t>
            </a:r>
          </a:p>
          <a:p>
            <a:r>
              <a:t>C) Implementation</a:t>
            </a:r>
          </a:p>
          <a:p>
            <a:r>
              <a:t>D) Maintenance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Q25. Time complexity mainly depends on:</a:t>
            </a:r>
          </a:p>
          <a:p>
            <a:r>
              <a:t>A) Depth &amp; branching factor</a:t>
            </a:r>
          </a:p>
          <a:p>
            <a:r>
              <a:t>B) Heuristic only</a:t>
            </a:r>
          </a:p>
          <a:p>
            <a:r>
              <a:t>C) Interface</a:t>
            </a:r>
          </a:p>
          <a:p>
            <a:r>
              <a:t>D) User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1-C  2-B  3-B  4-A  5-B</a:t>
            </a:r>
          </a:p>
          <a:p>
            <a:pPr lvl="1"/>
            <a:r>
              <a:t>6-C  7-B  8-B  9-C  10-A</a:t>
            </a:r>
          </a:p>
          <a:p>
            <a:pPr lvl="1"/>
            <a:r>
              <a:t>11-C  12-B  13-C  14-B  15-B</a:t>
            </a:r>
          </a:p>
          <a:p>
            <a:pPr lvl="1"/>
            <a:r>
              <a:t>16-B  17-C  18-B  19-C  20-A</a:t>
            </a:r>
          </a:p>
          <a:p>
            <a:pPr lvl="1"/>
            <a:r>
              <a:t>21-B  22-B  23-B  24-B  25-A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