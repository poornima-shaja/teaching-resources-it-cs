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in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Based on Artificial Intelligence: A Modern Approach</a:t>
            </a:r>
          </a:p>
          <a:p>
            <a:pPr/>
            <a:r>
              <a:t>Learning improves performance through experience</a:t>
            </a:r>
          </a:p>
          <a:p>
            <a:pPr/>
            <a:r>
              <a:t>Important concept in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Learning is improvement in performance through experience</a:t>
            </a:r>
          </a:p>
          <a:p>
            <a:pPr/>
            <a:r>
              <a:t>Includes Task (T), Experience (E), and Performance (P)</a:t>
            </a:r>
          </a:p>
          <a:p>
            <a:pPr/>
            <a:r>
              <a:t>Example: Spam filter improves after analyzing emails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 that improves automatically through experience</a:t>
            </a:r>
          </a:p>
          <a:p>
            <a:pPr/>
            <a:r>
              <a:t>Interacts with environment</a:t>
            </a:r>
          </a:p>
          <a:p>
            <a:pPr/>
            <a:r>
              <a:t>Continuously improves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Learning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Performance Element – Selects actions</a:t>
            </a:r>
          </a:p>
          <a:p>
            <a:pPr/>
            <a:r>
              <a:t>Learning Element – Improves performance</a:t>
            </a:r>
          </a:p>
          <a:p>
            <a:pPr/>
            <a:r>
              <a:t>Critic – Gives feedback</a:t>
            </a:r>
          </a:p>
          <a:p>
            <a:pPr/>
            <a:r>
              <a:t>Problem Generator – Suggests new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Learning from labeled data</a:t>
            </a:r>
          </a:p>
          <a:p>
            <a:pPr/>
            <a:r>
              <a:t>Input and correct output are given</a:t>
            </a:r>
          </a:p>
          <a:p>
            <a:pPr/>
            <a:r>
              <a:t>Types: Classification and Regression</a:t>
            </a:r>
          </a:p>
          <a:p>
            <a:pPr/>
            <a:r>
              <a:t>Example: Email spam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Learning from unlabeled data</a:t>
            </a:r>
          </a:p>
          <a:p>
            <a:pPr/>
            <a:r>
              <a:t>Finds hidden patterns</a:t>
            </a:r>
          </a:p>
          <a:p>
            <a:pPr/>
            <a:r>
              <a:t>Example: Customer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Semi-Supervised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labeled and unlabeled data</a:t>
            </a:r>
          </a:p>
          <a:p>
            <a:pPr/>
            <a:r>
              <a:t>Improves learning accuracy</a:t>
            </a:r>
          </a:p>
          <a:p>
            <a:pPr/>
            <a:r>
              <a:t>Reduces labeling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Learning through rewards and penalties</a:t>
            </a:r>
          </a:p>
          <a:p>
            <a:pPr/>
            <a:r>
              <a:t>Agent interacts with environment</a:t>
            </a:r>
          </a:p>
          <a:p>
            <a:pPr/>
            <a:r>
              <a:t>Goal is to maximize reward</a:t>
            </a:r>
          </a:p>
          <a:p>
            <a:pPr/>
            <a:r>
              <a:t>Example: Game playing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Combines multiple models</a:t>
            </a:r>
          </a:p>
          <a:p>
            <a:pPr/>
            <a:r>
              <a:t>Improves accuracy</a:t>
            </a:r>
          </a:p>
          <a:p>
            <a:pPr/>
            <a:r>
              <a:t>Methods: Bagging, Boosting, Voting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Learning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Improves system performance</a:t>
            </a:r>
          </a:p>
          <a:p>
            <a:pPr/>
            <a:r>
              <a:t>Helps adapt to new situations</a:t>
            </a:r>
          </a:p>
          <a:p>
            <a:pPr/>
            <a:r>
              <a:t>Used in speech recognition and robotics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