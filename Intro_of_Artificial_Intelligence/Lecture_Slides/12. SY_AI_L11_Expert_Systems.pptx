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system that simulates human expert decision-making</a:t>
            </a:r>
          </a:p>
          <a:p>
            <a:r>
              <a:t>Uses knowledge and rules to solve domain-specific problems</a:t>
            </a:r>
          </a:p>
          <a:p>
            <a:r>
              <a:t>Example: Medical diagnosis, IT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Expert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Base</a:t>
            </a:r>
          </a:p>
          <a:p>
            <a:r>
              <a:t>Inference Engine</a:t>
            </a:r>
          </a:p>
          <a:p>
            <a:r>
              <a:t>Working Memory</a:t>
            </a:r>
          </a:p>
          <a:p>
            <a:r>
              <a:t>User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expert knowledge</a:t>
            </a:r>
          </a:p>
          <a:p>
            <a:r>
              <a:t>Contains Facts and Rules</a:t>
            </a:r>
          </a:p>
          <a:p>
            <a:r>
              <a:t>Rules written in IF–THEN format</a:t>
            </a:r>
          </a:p>
          <a:p>
            <a:r>
              <a:t>Example: IF server crash THEN restart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Facts and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Facts: Current true information</a:t>
            </a:r>
          </a:p>
          <a:p>
            <a:r>
              <a:t>Example: server crash, fever, network failure</a:t>
            </a:r>
          </a:p>
          <a:p>
            <a:r>
              <a:t>Rules: Expert decision logic</a:t>
            </a:r>
          </a:p>
          <a:p>
            <a:r>
              <a:t>Example: IF fever AND cough THEN flu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 of the expert system</a:t>
            </a:r>
          </a:p>
          <a:p>
            <a:r>
              <a:t>Matches user input with rules</a:t>
            </a:r>
          </a:p>
          <a:p>
            <a:r>
              <a:t>Applies logic to find solution</a:t>
            </a:r>
          </a:p>
          <a:p>
            <a:r>
              <a:t>Uses Forward and Backward Chaining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approach</a:t>
            </a:r>
          </a:p>
          <a:p>
            <a:r>
              <a:t>Starts from facts</a:t>
            </a:r>
          </a:p>
          <a:p>
            <a:r>
              <a:t>Finds conclusion</a:t>
            </a:r>
          </a:p>
          <a:p>
            <a:r>
              <a:t>Example: fever → flu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Goal-driven approach</a:t>
            </a:r>
          </a:p>
          <a:p>
            <a:r>
              <a:t>Starts from goal</a:t>
            </a:r>
          </a:p>
          <a:p>
            <a:r>
              <a:t>Checks supporting facts</a:t>
            </a:r>
          </a:p>
          <a:p>
            <a:r>
              <a:t>Example: check if flu → verify symptoms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 storage</a:t>
            </a:r>
          </a:p>
          <a:p>
            <a:r>
              <a:t>Stores current user input</a:t>
            </a:r>
          </a:p>
          <a:p>
            <a:r>
              <a:t>Similar to RAM</a:t>
            </a:r>
          </a:p>
          <a:p>
            <a:r>
              <a:t>Example: current symptoms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Interaction between user and system</a:t>
            </a:r>
          </a:p>
          <a:p>
            <a:r>
              <a:t>Takes input</a:t>
            </a:r>
          </a:p>
          <a:p>
            <a:r>
              <a:t>Displays output</a:t>
            </a:r>
          </a:p>
          <a:p>
            <a:r>
              <a:t>Example: chat window, software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Human expert and Expert system - GeeksforGeeks">
            <a:extLst>
              <a:ext uri="{FF2B5EF4-FFF2-40B4-BE49-F238E27FC236}">
                <a16:creationId xmlns:a16="http://schemas.microsoft.com/office/drawing/2014/main" id="{34D01EE4-19CB-E742-C3D6-1AE415987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97" y="1543050"/>
            <a:ext cx="7686675" cy="314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3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of Expert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problem domain</a:t>
            </a:r>
          </a:p>
          <a:p>
            <a:r>
              <a:t>Collect expert knowledge</a:t>
            </a:r>
          </a:p>
          <a:p>
            <a:r>
              <a:t>Represent knowledge as rules</a:t>
            </a:r>
          </a:p>
          <a:p>
            <a:r>
              <a:t>Build and test system</a:t>
            </a:r>
          </a:p>
          <a:p>
            <a:r>
              <a:t>Update knowledge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decision making</a:t>
            </a:r>
          </a:p>
          <a:p>
            <a:r>
              <a:t>Available anytime</a:t>
            </a:r>
          </a:p>
          <a:p>
            <a:r>
              <a:t>Consistent performance</a:t>
            </a:r>
          </a:p>
          <a:p>
            <a:r>
              <a:t>Stores expert knowledge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Cannot learn automatically</a:t>
            </a:r>
          </a:p>
          <a:p>
            <a:r>
              <a:t>Requires manual update</a:t>
            </a:r>
          </a:p>
          <a:p>
            <a:r>
              <a:t>Limited to specific domain</a:t>
            </a:r>
          </a:p>
          <a:p>
            <a:r>
              <a:t>No human creativity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224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Expert Systems</vt:lpstr>
      <vt:lpstr>Components of Expert System</vt:lpstr>
      <vt:lpstr>Knowledge Base</vt:lpstr>
      <vt:lpstr>Facts and Rules</vt:lpstr>
      <vt:lpstr>Inference Engine</vt:lpstr>
      <vt:lpstr>Forward Chaining</vt:lpstr>
      <vt:lpstr>Backward Chaining</vt:lpstr>
      <vt:lpstr>Working Memory</vt:lpstr>
      <vt:lpstr>User Interface</vt:lpstr>
      <vt:lpstr>PowerPoint Presentation</vt:lpstr>
      <vt:lpstr>Development of Expert System</vt:lpstr>
      <vt:lpstr>Advantages</vt:lpstr>
      <vt:lpstr>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2026-02-16T16:49:44Z</dcterms:modified>
  <cp:category/>
</cp:coreProperties>
</file>