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in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 – A Modern Approach</a:t>
            </a:r>
          </a:p>
          <a:p>
            <a:r>
              <a:t>Planning Problem</a:t>
            </a:r>
          </a:p>
          <a:p>
            <a:r>
              <a:t>Total Order Planning</a:t>
            </a:r>
          </a:p>
          <a:p>
            <a:r>
              <a:t>Partial Order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Planning in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Planning = deciding actions to reach a goal</a:t>
            </a:r>
          </a:p>
          <a:p>
            <a:r>
              <a:t>Initial State → Actions → Goal State</a:t>
            </a:r>
          </a:p>
          <a:p>
            <a:r>
              <a:t>Examples: Trip planning, cooking, going to college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vs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Search: finds path between nodes</a:t>
            </a:r>
          </a:p>
          <a:p>
            <a:r>
              <a:t>Planning: finds sequence of actions</a:t>
            </a:r>
          </a:p>
          <a:p>
            <a:r>
              <a:t>Planning = Search in world states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Problem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Planning Problem = (S, A, γ, s0, G)</a:t>
            </a:r>
          </a:p>
          <a:p>
            <a:r>
              <a:t>S: States</a:t>
            </a:r>
          </a:p>
          <a:p>
            <a:r>
              <a:t>A: Actions</a:t>
            </a:r>
          </a:p>
          <a:p>
            <a:r>
              <a:t>γ: Transition model</a:t>
            </a:r>
          </a:p>
          <a:p>
            <a:r>
              <a:t>s0: Initial state</a:t>
            </a:r>
          </a:p>
          <a:p>
            <a:r>
              <a:t>G: Goal 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Planning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State</a:t>
            </a:r>
          </a:p>
          <a:p>
            <a:r>
              <a:t>Goal State</a:t>
            </a:r>
          </a:p>
          <a:p>
            <a:r>
              <a:t>Actions</a:t>
            </a:r>
          </a:p>
          <a:p>
            <a:r>
              <a:t>Transition Model</a:t>
            </a:r>
          </a:p>
          <a:p>
            <a:r>
              <a:t>Plan (solution)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 Delivery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Initial: Robot in Room A, Box in Room B</a:t>
            </a:r>
          </a:p>
          <a:p>
            <a:r>
              <a:t>Goal: Box in Room A</a:t>
            </a:r>
          </a:p>
          <a:p>
            <a:r>
              <a:t>Actions: Move, Pick, Drop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Representation (STRIPS)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Action: Pick(Box)</a:t>
            </a:r>
          </a:p>
          <a:p>
            <a:r>
              <a:t>Preconditions: RobotAt(RoomB), BoxAt(RoomB), HandEmpty</a:t>
            </a:r>
          </a:p>
          <a:p>
            <a:r>
              <a:t>Effects: Holding(Box), NOT HandEmpty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Order Planning</a:t>
            </a:r>
          </a:p>
          <a:p>
            <a:r>
              <a:t>Partial Order Planning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Order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sequence of steps</a:t>
            </a:r>
          </a:p>
          <a:p>
            <a:r>
              <a:t>Also called Linear Planning</a:t>
            </a:r>
          </a:p>
          <a:p>
            <a:r>
              <a:t>Example: Wear socks → Wear shoes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Partial Order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Flexible ordering of steps</a:t>
            </a:r>
          </a:p>
          <a:p>
            <a:r>
              <a:t>Also called Least Commitment Planning</a:t>
            </a:r>
          </a:p>
          <a:p>
            <a:r>
              <a:t>Allows parallel tasks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lanning in Artificial Intelligence | by Heena Rijhwani | DataDrivenInvestor">
            <a:extLst>
              <a:ext uri="{FF2B5EF4-FFF2-40B4-BE49-F238E27FC236}">
                <a16:creationId xmlns:a16="http://schemas.microsoft.com/office/drawing/2014/main" id="{7CC2453A-BC2B-E250-A11C-B678DA962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68" y="262467"/>
            <a:ext cx="8940800" cy="6017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397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Partial Order Planning?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flexible</a:t>
            </a:r>
          </a:p>
          <a:p>
            <a:r>
              <a:t>Efficient for complex tasks</a:t>
            </a:r>
          </a:p>
          <a:p>
            <a:r>
              <a:t>Closer to real-world planning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Order: fixed sequence, no parallel tasks</a:t>
            </a:r>
          </a:p>
          <a:p>
            <a:r>
              <a:t>Partial Order: flexible, parallel tasks possible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Go to college</a:t>
            </a:r>
          </a:p>
          <a:p>
            <a:r>
              <a:t>Tasks: Eat breakfast, Pack bag, Wear shoes, Wear uniform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Planning finds sequence of actions</a:t>
            </a:r>
          </a:p>
          <a:p>
            <a:r>
              <a:t>Uses preconditions and effects</a:t>
            </a:r>
          </a:p>
          <a:p>
            <a:r>
              <a:t>Two types: Total Order &amp; Partial Order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291</Words>
  <Application>Microsoft Office PowerPoint</Application>
  <PresentationFormat>On-screen Show (4:3)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Planning in Artificial Intelligence</vt:lpstr>
      <vt:lpstr>What is Planning in AI?</vt:lpstr>
      <vt:lpstr>Planning vs Search</vt:lpstr>
      <vt:lpstr>Planning Problem Representation</vt:lpstr>
      <vt:lpstr>Components of Planning Problem</vt:lpstr>
      <vt:lpstr>Robot Delivery Example</vt:lpstr>
      <vt:lpstr>Action Representation (STRIPS)</vt:lpstr>
      <vt:lpstr>Types of Planning</vt:lpstr>
      <vt:lpstr>Total Order Planning</vt:lpstr>
      <vt:lpstr>Partial Order Planning</vt:lpstr>
      <vt:lpstr>PowerPoint Presentation</vt:lpstr>
      <vt:lpstr>Why Partial Order Planning?</vt:lpstr>
      <vt:lpstr>Difference</vt:lpstr>
      <vt:lpstr>Class Example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poornimanadar1234@gmail.com</cp:lastModifiedBy>
  <cp:revision>2</cp:revision>
  <dcterms:created xsi:type="dcterms:W3CDTF">2013-01-27T09:14:16Z</dcterms:created>
  <dcterms:modified xsi:type="dcterms:W3CDTF">2026-02-10T16:32:49Z</dcterms:modified>
  <cp:category/>
</cp:coreProperties>
</file>