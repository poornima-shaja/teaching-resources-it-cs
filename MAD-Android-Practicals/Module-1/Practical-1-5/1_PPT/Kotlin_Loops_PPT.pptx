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Kotlin Loops Demo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Explaining XML + Kotlin Code (For, While, Do-While)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XML Layout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RelativeLayout is the main container.</a:t>
            </a:r>
          </a:p>
          <a:p>
            <a:r>
              <a:t>• Button (btnPrintLoop): When clicked, it will print loop values.</a:t>
            </a:r>
          </a:p>
          <a:p>
            <a:r>
              <a:t>• TextView: Just shows a message that output will appear in Logcat.</a:t>
            </a:r>
          </a:p>
          <a:p>
            <a:r>
              <a:t>• layout_centerHorizontal makes button centered horizontally.</a:t>
            </a:r>
          </a:p>
          <a:p>
            <a:r>
              <a:t>• layout_below places TextView below the button.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EB990005-55E5-CFC4-DCDA-0D850560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351" t="9310" r="10707" b="68508"/>
          <a:stretch>
            <a:fillRect/>
          </a:stretch>
        </p:blipFill>
        <p:spPr>
          <a:xfrm>
            <a:off x="1346200" y="592667"/>
            <a:ext cx="6639378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2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Kotlin Code: onCreate()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setContentView loads the XML layout.</a:t>
            </a:r>
          </a:p>
          <a:p>
            <a:r>
              <a:t>• findViewById connects Kotlin with XML views.</a:t>
            </a:r>
          </a:p>
          <a:p>
            <a:r>
              <a:t>• btnPrintLoop.setOnClickListener runs when button is clicked.</a:t>
            </a:r>
          </a:p>
          <a:p>
            <a:r>
              <a:t>• TAG is used to filter logs in Logcat.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Loop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(i in 1..10) {</a:t>
            </a:r>
          </a:p>
          <a:p>
            <a:r>
              <a:t>   Log.d(TAG, "For loop value: $i")</a:t>
            </a:r>
          </a:p>
          <a:p>
            <a:r>
              <a:t>}</a:t>
            </a:r>
          </a:p>
          <a:p>
            <a:endParaRPr/>
          </a:p>
          <a:p>
            <a:r>
              <a:t>• Runs from 1 to 10.</a:t>
            </a:r>
          </a:p>
          <a:p>
            <a:r>
              <a:t>• Prints each value in Logcat.</a:t>
            </a:r>
          </a:p>
          <a:p>
            <a:r>
              <a:t>• Easy when you know start and end range.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var j = 1</a:t>
            </a:r>
          </a:p>
          <a:p>
            <a:r>
              <a:t>while (j &lt;= 10) {</a:t>
            </a:r>
          </a:p>
          <a:p>
            <a:r>
              <a:t>   Log.d(TAG, "While loop value: $j")</a:t>
            </a:r>
          </a:p>
          <a:p>
            <a:r>
              <a:t>   j++</a:t>
            </a:r>
          </a:p>
          <a:p>
            <a:r>
              <a:t>}</a:t>
            </a:r>
          </a:p>
          <a:p>
            <a:endParaRPr/>
          </a:p>
          <a:p>
            <a:r>
              <a:t>• Runs as long as condition is true.</a:t>
            </a:r>
          </a:p>
          <a:p>
            <a:r>
              <a:t>• Good when you don't know the end in advance.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Do-While Loop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var k = 1</a:t>
            </a:r>
          </a:p>
          <a:p>
            <a:r>
              <a:t>do {</a:t>
            </a:r>
          </a:p>
          <a:p>
            <a:r>
              <a:t>   Log.d(TAG, "Do-While loop value: $k")</a:t>
            </a:r>
          </a:p>
          <a:p>
            <a:r>
              <a:t>   k++</a:t>
            </a:r>
          </a:p>
          <a:p>
            <a:r>
              <a:t>} while (k &lt;= 10)</a:t>
            </a:r>
          </a:p>
          <a:p>
            <a:endParaRPr/>
          </a:p>
          <a:p>
            <a:r>
              <a:t>• Executes at least once.</a:t>
            </a:r>
          </a:p>
          <a:p>
            <a:r>
              <a:t>• Condition checked after running the block.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266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Kotlin Loops Demo App</vt:lpstr>
      <vt:lpstr>XML Layout Explanation</vt:lpstr>
      <vt:lpstr>PowerPoint Presentation</vt:lpstr>
      <vt:lpstr>Kotlin Code: onCreate()</vt:lpstr>
      <vt:lpstr>For Loop Explanation</vt:lpstr>
      <vt:lpstr>While Loop Explanation</vt:lpstr>
      <vt:lpstr>Do-While Loop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2</cp:revision>
  <dcterms:created xsi:type="dcterms:W3CDTF">2013-01-27T09:14:16Z</dcterms:created>
  <dcterms:modified xsi:type="dcterms:W3CDTF">2025-12-12T18:28:24Z</dcterms:modified>
  <cp:category/>
</cp:coreProperties>
</file>