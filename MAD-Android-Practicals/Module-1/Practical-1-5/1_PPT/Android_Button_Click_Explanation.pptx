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Android Button Click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XML Layout &amp; Kotlin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this app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Displays a TextView and a Button</a:t>
            </a:r>
          </a:p>
          <a:p>
            <a:r>
              <a:t>- Button click shows a Toast message</a:t>
            </a:r>
          </a:p>
          <a:p>
            <a:r>
              <a:t>- TextView text changes when button is clicked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Layout (activity_main.xml)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Defines the UI of the app</a:t>
            </a:r>
          </a:p>
          <a:p>
            <a:r>
              <a:t>- Uses RelativeLayout</a:t>
            </a:r>
          </a:p>
          <a:p>
            <a:r>
              <a:t>- Contains TextView and Button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Positions views relative to each other</a:t>
            </a:r>
          </a:p>
          <a:p>
            <a:r>
              <a:t>- match_parent fills the screen</a:t>
            </a:r>
          </a:p>
          <a:p>
            <a:r>
              <a:t>- layout_centerInParent centers 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TextView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Displays text on the screen</a:t>
            </a:r>
          </a:p>
          <a:p>
            <a:r>
              <a:t>- text = "Hello!"</a:t>
            </a:r>
          </a:p>
          <a:p>
            <a:r>
              <a:t>- textSize = 24sp</a:t>
            </a:r>
          </a:p>
          <a:p>
            <a:r>
              <a:t>- Centered in parent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Clickable UI element</a:t>
            </a:r>
          </a:p>
          <a:p>
            <a:r>
              <a:t>- Placed below TextView</a:t>
            </a:r>
          </a:p>
          <a:p>
            <a:r>
              <a:t>- layout_marginTop adds spacing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MainActivity.kt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Entry point of the app</a:t>
            </a:r>
          </a:p>
          <a:p>
            <a:r>
              <a:t>- setContentView loads XML layout</a:t>
            </a:r>
          </a:p>
          <a:p>
            <a:r>
              <a:t>- Uses AppCompatActivity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findViewById()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Connects XML views with Kotlin code</a:t>
            </a:r>
          </a:p>
          <a:p>
            <a:r>
              <a:t>- Button → myButton</a:t>
            </a:r>
          </a:p>
          <a:p>
            <a:r>
              <a:t>- TextView → myText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Click Listener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setOnClickListener handles click event</a:t>
            </a:r>
          </a:p>
          <a:p>
            <a:r>
              <a:t>- Executes code when button is clicked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Toast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Shows a short popup message</a:t>
            </a:r>
          </a:p>
          <a:p>
            <a:r>
              <a:t>- Toast.makeText(...).show()</a:t>
            </a:r>
          </a:p>
          <a:p>
            <a:r>
              <a:t>- Used for quick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TextView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myText.text = "You clicked me!"</a:t>
            </a:r>
          </a:p>
          <a:p>
            <a:r>
              <a:t>- Updates UI dynamically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XML designs the UI</a:t>
            </a:r>
          </a:p>
          <a:p>
            <a:r>
              <a:t>- Kotlin controls behavior</a:t>
            </a:r>
          </a:p>
          <a:p>
            <a:r>
              <a:t>- Button click updates UI and shows message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