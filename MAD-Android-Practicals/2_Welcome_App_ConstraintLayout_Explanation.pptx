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 App using ConstraintLayout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EditText, Button &amp; TextView with Kotlin Logic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does this app 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Takes name input from user</a:t>
            </a:r>
          </a:p>
          <a:p>
            <a:r>
              <a:t>- Button click validates input</a:t>
            </a:r>
          </a:p>
          <a:p>
            <a:r>
              <a:t>- Displays welcome message</a:t>
            </a:r>
          </a:p>
          <a:p>
            <a:r>
              <a:t>- Shows Toast if input is empty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ConstraintLayout?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Flexible and responsive layout</a:t>
            </a:r>
          </a:p>
          <a:p>
            <a:r>
              <a:t>- Avoids deep nested layouts</a:t>
            </a:r>
          </a:p>
          <a:p>
            <a:r>
              <a:t>- Uses constraints instead of positions</a:t>
            </a:r>
          </a:p>
          <a:p>
            <a:r>
              <a:t>- Recommended by Android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EditText (User Input)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Allows user to enter name</a:t>
            </a:r>
          </a:p>
          <a:p>
            <a:r>
              <a:t>- hint shows placeholder text</a:t>
            </a:r>
          </a:p>
          <a:p>
            <a:r>
              <a:t>- inputType = textPersonName</a:t>
            </a:r>
          </a:p>
          <a:p>
            <a:r>
              <a:t>- width = 0dp (match constraints)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Button (User Action)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Triggers welcome message</a:t>
            </a:r>
          </a:p>
          <a:p>
            <a:r>
              <a:t>- Centered using constraints</a:t>
            </a:r>
          </a:p>
          <a:p>
            <a:r>
              <a:t>- marginTop for spacing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TextView (Output)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Displays result message</a:t>
            </a:r>
          </a:p>
          <a:p>
            <a:r>
              <a:t>- Bold text for emphasis</a:t>
            </a:r>
          </a:p>
          <a:p>
            <a:r>
              <a:t>- Center aligned text</a:t>
            </a:r>
          </a:p>
          <a:p>
            <a:r>
              <a:t>- Updated dynamically from Kotlin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MainActivity – View Binding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findViewById connects XML to Kotlin</a:t>
            </a:r>
          </a:p>
          <a:p>
            <a:r>
              <a:t>- EditText → nameEditText</a:t>
            </a:r>
          </a:p>
          <a:p>
            <a:r>
              <a:t>- Button → welcomeButton</a:t>
            </a:r>
          </a:p>
          <a:p>
            <a:r>
              <a:t>- TextView → resultTextView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Button Click Listener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setOnClickListener listens for clicks</a:t>
            </a:r>
          </a:p>
          <a:p>
            <a:r>
              <a:t>- Executes code on button press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trim() removes extra spaces</a:t>
            </a:r>
          </a:p>
          <a:p>
            <a:r>
              <a:t>- Checks if name is empty</a:t>
            </a:r>
          </a:p>
          <a:p>
            <a:r>
              <a:t>- Prevents invalid input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Toast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Displays short popup message</a:t>
            </a:r>
          </a:p>
          <a:p>
            <a:r>
              <a:t>- Used for user feedback</a:t>
            </a:r>
          </a:p>
          <a:p>
            <a:r>
              <a:t>- Appears temporarily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Updating TextView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Sets welcome message</a:t>
            </a:r>
          </a:p>
          <a:p>
            <a:r>
              <a:t>- Uses user input dynamically</a:t>
            </a:r>
          </a:p>
          <a:p>
            <a:r>
              <a:t>- Example: Welcome, Alex!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Learning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ConstraintLayout basics</a:t>
            </a:r>
          </a:p>
          <a:p>
            <a:r>
              <a:t>- Connecting XML &amp; Kotlin</a:t>
            </a:r>
          </a:p>
          <a:p>
            <a:r>
              <a:t>- Handling button click events</a:t>
            </a:r>
          </a:p>
          <a:p>
            <a:r>
              <a:t>- Input validation &amp; UI update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