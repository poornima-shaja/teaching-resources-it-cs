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RecyclerView – Student List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Practical 5</a:t>
            </a:r>
          </a:p>
          <a:p>
            <a:r>
              <a:t>Kotlin | Android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RecyclerView?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RecyclerView is used to display large sets of data.</a:t>
            </a:r>
          </a:p>
          <a:p>
            <a:r>
              <a:t>• It reuses views to improve performance.</a:t>
            </a:r>
          </a:p>
          <a:p>
            <a:r>
              <a:t>• Works with Adapter and ViewHolder.</a:t>
            </a:r>
          </a:p>
          <a:p>
            <a:r>
              <a:t>• Uses LayoutManager to arrange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activity_main.xml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Contains only RecyclerView.</a:t>
            </a:r>
          </a:p>
          <a:p>
            <a:r>
              <a:t>• layout_width = match_parent</a:t>
            </a:r>
          </a:p>
          <a:p>
            <a:r>
              <a:t>• layout_height = match_parent</a:t>
            </a:r>
          </a:p>
          <a:p>
            <a:r>
              <a:t>• RecyclerView handles the full screen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item_student.xml (Row Layout)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Layout for one student row.</a:t>
            </a:r>
          </a:p>
          <a:p>
            <a:r>
              <a:t>• Contains:</a:t>
            </a:r>
          </a:p>
          <a:p>
            <a:r>
              <a:t>   - TextView (Student Name)</a:t>
            </a:r>
          </a:p>
          <a:p>
            <a:r>
              <a:t>   - TextView (Roll No)</a:t>
            </a:r>
          </a:p>
          <a:p>
            <a:r>
              <a:t>• Used by Adapter to display each item.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MainActivity - onCreate()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setContentView(R.layout.activity_main)</a:t>
            </a:r>
          </a:p>
          <a:p>
            <a:r>
              <a:t>• Find RecyclerView using findViewById</a:t>
            </a:r>
          </a:p>
          <a:p>
            <a:r>
              <a:t>• Set LayoutManager:</a:t>
            </a:r>
          </a:p>
          <a:p>
            <a:r>
              <a:t>   recyclerView.layoutManager = LinearLayoutManager(this)</a:t>
            </a:r>
          </a:p>
          <a:p>
            <a:r>
              <a:t>• Create student list</a:t>
            </a:r>
          </a:p>
          <a:p>
            <a:r>
              <a:t>• Set Adapter to RecyclerView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List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 students = listOf(</a:t>
            </a:r>
          </a:p>
          <a:p>
            <a:r>
              <a:t>   "Amit - 101",</a:t>
            </a:r>
          </a:p>
          <a:p>
            <a:r>
              <a:t>   "Sneha - 102",</a:t>
            </a:r>
          </a:p>
          <a:p>
            <a:r>
              <a:t>   "Rahul - 103",</a:t>
            </a:r>
          </a:p>
          <a:p>
            <a:r>
              <a:t>   "Pooja - 104"</a:t>
            </a:r>
          </a:p>
          <a:p>
            <a:r>
              <a:t>)</a:t>
            </a:r>
          </a:p>
          <a:p>
            <a:r>
              <a:t>• This data is passed to Adapter.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Adapter connects data to RecyclerView.</a:t>
            </a:r>
          </a:p>
          <a:p>
            <a:r>
              <a:t>• Extends RecyclerView.Adapter.</a:t>
            </a:r>
          </a:p>
          <a:p>
            <a:r>
              <a:t>• Requires:</a:t>
            </a:r>
          </a:p>
          <a:p>
            <a:r>
              <a:t>   - ViewHolder class</a:t>
            </a:r>
          </a:p>
          <a:p>
            <a:r>
              <a:t>   - onCreateViewHolder()</a:t>
            </a:r>
          </a:p>
          <a:p>
            <a:r>
              <a:t>   - onBindViewHolder()</a:t>
            </a:r>
          </a:p>
          <a:p>
            <a:r>
              <a:t>   - getItemCount()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inner class ViewHolder(view: View)</a:t>
            </a:r>
          </a:p>
          <a:p>
            <a:r>
              <a:t>• Holds references to:</a:t>
            </a:r>
          </a:p>
          <a:p>
            <a:r>
              <a:t>   - txtName</a:t>
            </a:r>
          </a:p>
          <a:p>
            <a:r>
              <a:t>   - txtRoll</a:t>
            </a:r>
          </a:p>
          <a:p>
            <a:r>
              <a:t>• Improves performance by reusing 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onCreateViewHolder()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Inflates item_student.xml</a:t>
            </a:r>
          </a:p>
          <a:p>
            <a:r>
              <a:t>• Creates ViewHolder object</a:t>
            </a:r>
          </a:p>
          <a:p>
            <a:r>
              <a:t>• Called when new row is created.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onBindViewHolder()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Gets data based on position.</a:t>
            </a:r>
          </a:p>
          <a:p>
            <a:r>
              <a:t>• Splits Name and Roll No.</a:t>
            </a:r>
          </a:p>
          <a:p>
            <a:r>
              <a:t>• Sets text to TextViews.</a:t>
            </a:r>
          </a:p>
          <a:p>
            <a:r>
              <a:t>• Handles item click event.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Item Click - Toast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holder.itemView.setOnClickListener {</a:t>
            </a:r>
          </a:p>
          <a:p>
            <a:r>
              <a:t>   Toast.makeText(</a:t>
            </a:r>
          </a:p>
          <a:p>
            <a:r>
              <a:t>      this@MainActivity,</a:t>
            </a:r>
          </a:p>
          <a:p>
            <a:r>
              <a:t>      data[0],</a:t>
            </a:r>
          </a:p>
          <a:p>
            <a:r>
              <a:t>      Toast.LENGTH_SHORT</a:t>
            </a:r>
          </a:p>
          <a:p>
            <a:r>
              <a:t>   ).show()</a:t>
            </a:r>
          </a:p>
          <a:p>
            <a:r>
              <a:t>}</a:t>
            </a:r>
          </a:p>
          <a:p>
            <a:r>
              <a:t>• Displays selected student name.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List of students displayed.</a:t>
            </a:r>
          </a:p>
          <a:p>
            <a:r>
              <a:t>• Clicking any student shows Toast message.</a:t>
            </a:r>
          </a:p>
          <a:p>
            <a:r>
              <a:t>• Works on Emulator and Real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