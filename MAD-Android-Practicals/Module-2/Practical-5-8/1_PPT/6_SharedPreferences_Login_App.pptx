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SharedPreferences - Simple Login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MAD Practical (SYCS)</a:t>
            </a:r>
          </a:p>
          <a:p>
            <a:r>
              <a:t>Explanation of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SharedPreferences?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to store small data in Android</a:t>
            </a:r>
          </a:p>
          <a:p>
            <a:r>
              <a:t>• Stores data as key-value pairs</a:t>
            </a:r>
          </a:p>
          <a:p>
            <a:r>
              <a:t>• Data remains saved even after app is closed</a:t>
            </a:r>
          </a:p>
          <a:p>
            <a:r>
              <a:t>• Example: username, settings, login info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Page UI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EditText → Enter Username</a:t>
            </a:r>
          </a:p>
          <a:p>
            <a:r>
              <a:t>• EditText → Enter Password</a:t>
            </a:r>
          </a:p>
          <a:p>
            <a:r>
              <a:t>• Button → Login</a:t>
            </a:r>
          </a:p>
          <a:p>
            <a:r>
              <a:t>• TextView → Display Welcome Message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Saving Username in SharedPreferences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 sharedPref = getSharedPreferences("MyPref", MODE_PRIVATE)</a:t>
            </a:r>
          </a:p>
          <a:p/>
          <a:p>
            <a:r>
              <a:t>• Creates SharedPreferences file</a:t>
            </a:r>
          </a:p>
          <a:p/>
          <a:p>
            <a:r>
              <a:t>editor.putString("username", username)</a:t>
            </a:r>
          </a:p>
          <a:p>
            <a:r>
              <a:t>• Saves username with key 'username'</a:t>
            </a:r>
          </a:p>
          <a:p/>
          <a:p>
            <a:r>
              <a:t>editor.apply()</a:t>
            </a:r>
          </a:p>
          <a:p>
            <a:r>
              <a:t>• Saves data permanently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Saved Username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 savedUsername = sharedPref.getString("username", "")</a:t>
            </a:r>
          </a:p>
          <a:p/>
          <a:p>
            <a:r>
              <a:t>• Retrieves saved username</a:t>
            </a:r>
          </a:p>
          <a:p>
            <a:r>
              <a:t>• If no value → returns empty string</a:t>
            </a:r>
          </a:p>
          <a:p/>
          <a:p>
            <a:r>
              <a:t>if (!savedUsername.isNullOrEmpty()) {</a:t>
            </a:r>
          </a:p>
          <a:p>
            <a:r>
              <a:t>   tvWelcome.text = "Welcome back $savedUsername"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enters username &amp; clicks Login</a:t>
            </a:r>
          </a:p>
          <a:p>
            <a:r>
              <a:t>2. Username saved using SharedPreferences</a:t>
            </a:r>
          </a:p>
          <a:p>
            <a:r>
              <a:t>3. Close the app</a:t>
            </a:r>
          </a:p>
          <a:p>
            <a:r>
              <a:t>4. Reopen the app</a:t>
            </a:r>
          </a:p>
          <a:p>
            <a:r>
              <a:t>5. App displays: Welcome back &lt;username&gt;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