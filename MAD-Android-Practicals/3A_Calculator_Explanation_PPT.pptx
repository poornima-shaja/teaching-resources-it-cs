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5" r:id="rId7"/>
    <p:sldId id="260" r:id="rId8"/>
    <p:sldId id="261" r:id="rId9"/>
    <p:sldId id="262" r:id="rId10"/>
    <p:sldId id="266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Simple Calculator App (Kotlin + XML)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Layout + Code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calculator UI:</a:t>
            </a:r>
          </a:p>
          <a:p>
            <a:r>
              <a:t>• Two input boxes</a:t>
            </a:r>
          </a:p>
          <a:p>
            <a:r>
              <a:t>• Three buttons (Add, Sub, Mul)</a:t>
            </a:r>
          </a:p>
          <a:p>
            <a:r>
              <a:t>• A TextView to show 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171A641-25EA-D760-A190-4335C8DE13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351" t="9769" b="62547"/>
          <a:stretch>
            <a:fillRect/>
          </a:stretch>
        </p:blipFill>
        <p:spPr>
          <a:xfrm>
            <a:off x="1032932" y="482598"/>
            <a:ext cx="7363786" cy="498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4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Layout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 RelativeLayout to place views:</a:t>
            </a:r>
          </a:p>
          <a:p>
            <a:r>
              <a:t>• EditText for Number 1</a:t>
            </a:r>
          </a:p>
          <a:p>
            <a:r>
              <a:t>• EditText for Number 2</a:t>
            </a:r>
          </a:p>
          <a:p>
            <a:r>
              <a:t>• Buttons placed below/side</a:t>
            </a:r>
          </a:p>
          <a:p>
            <a:r>
              <a:t>• Result TextView below buttons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XML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attributes explained:</a:t>
            </a:r>
          </a:p>
          <a:p>
            <a:r>
              <a:t>• id – used in Kotlin to connect UI</a:t>
            </a:r>
          </a:p>
          <a:p>
            <a:r>
              <a:t>• layout_width/height – controls size</a:t>
            </a:r>
          </a:p>
          <a:p>
            <a:r>
              <a:t>• hint – placeholder text</a:t>
            </a:r>
          </a:p>
          <a:p>
            <a:r>
              <a:t>• inputType – allows numeric keyboard</a:t>
            </a:r>
          </a:p>
          <a:p>
            <a:r>
              <a:t>• layout_below – place views vertically</a:t>
            </a:r>
          </a:p>
          <a:p>
            <a:r>
              <a:t>• layout_toRightOf – place views horizontally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1A15-A0B7-A8A0-87CA-12921993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63595-25EC-C8D4-102E-51881B24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snippet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18371-AC1A-7E1E-DD38-5180C199C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4667"/>
            <a:ext cx="8229600" cy="5503333"/>
          </a:xfrm>
        </p:spPr>
        <p:txBody>
          <a:bodyPr>
            <a:normAutofit fontScale="92500" lnSpcReduction="10000"/>
          </a:bodyPr>
          <a:lstStyle/>
          <a:p>
            <a:r>
              <a:rPr lang="en-IN" sz="1600" dirty="0"/>
              <a:t>&lt;</a:t>
            </a:r>
            <a:r>
              <a:rPr lang="en-IN" sz="1600" dirty="0" err="1"/>
              <a:t>EditText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android:id</a:t>
            </a:r>
            <a:r>
              <a:rPr lang="en-IN" sz="1600" dirty="0"/>
              <a:t>="@+id/etNum2"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android:layout_width</a:t>
            </a:r>
            <a:r>
              <a:rPr lang="en-IN" sz="1600" dirty="0"/>
              <a:t>="</a:t>
            </a:r>
            <a:r>
              <a:rPr lang="en-IN" sz="1600" dirty="0" err="1"/>
              <a:t>match_parent</a:t>
            </a:r>
            <a:r>
              <a:rPr lang="en-IN" sz="1600" dirty="0"/>
              <a:t>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android:layout_height</a:t>
            </a:r>
            <a:r>
              <a:rPr lang="en-IN" sz="1600" dirty="0"/>
              <a:t>="</a:t>
            </a:r>
            <a:r>
              <a:rPr lang="en-IN" sz="1600" dirty="0" err="1"/>
              <a:t>wrap_content</a:t>
            </a:r>
            <a:r>
              <a:rPr lang="en-IN" sz="1600" dirty="0"/>
              <a:t>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android:hint</a:t>
            </a:r>
            <a:r>
              <a:rPr lang="en-IN" sz="1600" dirty="0"/>
              <a:t>="Enter Second Number"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android:inputType</a:t>
            </a:r>
            <a:r>
              <a:rPr lang="en-IN" sz="1600" dirty="0"/>
              <a:t>="</a:t>
            </a:r>
            <a:r>
              <a:rPr lang="en-IN" sz="1600" dirty="0" err="1"/>
              <a:t>numberDecimal</a:t>
            </a:r>
            <a:r>
              <a:rPr lang="en-IN" sz="1600" dirty="0"/>
              <a:t>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android:layout_below</a:t>
            </a:r>
            <a:r>
              <a:rPr lang="en-IN" sz="1600" dirty="0"/>
              <a:t>="@id/etNum1"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android:layout_marginTop</a:t>
            </a:r>
            <a:r>
              <a:rPr lang="en-IN" sz="1600" dirty="0"/>
              <a:t>="15dp" /&gt;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    &lt;Button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android:id</a:t>
            </a:r>
            <a:r>
              <a:rPr lang="en-IN" sz="1600" dirty="0"/>
              <a:t>="@+id/</a:t>
            </a:r>
            <a:r>
              <a:rPr lang="en-IN" sz="1600" dirty="0" err="1"/>
              <a:t>btnAdd</a:t>
            </a:r>
            <a:r>
              <a:rPr lang="en-IN" sz="1600" dirty="0"/>
              <a:t>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android:layout_width</a:t>
            </a:r>
            <a:r>
              <a:rPr lang="en-IN" sz="1600" dirty="0"/>
              <a:t>="</a:t>
            </a:r>
            <a:r>
              <a:rPr lang="en-IN" sz="1600" dirty="0" err="1"/>
              <a:t>wrap_content</a:t>
            </a:r>
            <a:r>
              <a:rPr lang="en-IN" sz="1600" dirty="0"/>
              <a:t>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android:layout_height</a:t>
            </a:r>
            <a:r>
              <a:rPr lang="en-IN" sz="1600" dirty="0"/>
              <a:t>="</a:t>
            </a:r>
            <a:r>
              <a:rPr lang="en-IN" sz="1600" dirty="0" err="1"/>
              <a:t>wrap_content</a:t>
            </a:r>
            <a:r>
              <a:rPr lang="en-IN" sz="1600" dirty="0"/>
              <a:t>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android:text</a:t>
            </a:r>
            <a:r>
              <a:rPr lang="en-IN" sz="1600" dirty="0"/>
              <a:t>="Add"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android:layout_below</a:t>
            </a:r>
            <a:r>
              <a:rPr lang="en-IN" sz="1600" dirty="0"/>
              <a:t>="@id/etNum2"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android:layout_marginTop</a:t>
            </a:r>
            <a:r>
              <a:rPr lang="en-IN" sz="1600" dirty="0"/>
              <a:t>="20dp" /&gt;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    &lt;</a:t>
            </a:r>
            <a:r>
              <a:rPr lang="en-IN" sz="1600" dirty="0" err="1"/>
              <a:t>TextView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android:id</a:t>
            </a:r>
            <a:r>
              <a:rPr lang="en-IN" sz="1600" dirty="0"/>
              <a:t>="@+id/</a:t>
            </a:r>
            <a:r>
              <a:rPr lang="en-IN" sz="1600" dirty="0" err="1"/>
              <a:t>tvResult</a:t>
            </a:r>
            <a:r>
              <a:rPr lang="en-IN" sz="1600" dirty="0"/>
              <a:t>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android:layout_width</a:t>
            </a:r>
            <a:r>
              <a:rPr lang="en-IN" sz="1600" dirty="0"/>
              <a:t>="</a:t>
            </a:r>
            <a:r>
              <a:rPr lang="en-IN" sz="1600" dirty="0" err="1"/>
              <a:t>match_parent</a:t>
            </a:r>
            <a:r>
              <a:rPr lang="en-IN" sz="1600" dirty="0"/>
              <a:t>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android:layout_height</a:t>
            </a:r>
            <a:r>
              <a:rPr lang="en-IN" sz="1600" dirty="0"/>
              <a:t>="</a:t>
            </a:r>
            <a:r>
              <a:rPr lang="en-IN" sz="1600" dirty="0" err="1"/>
              <a:t>wrap_content</a:t>
            </a:r>
            <a:r>
              <a:rPr lang="en-IN" sz="1600" dirty="0"/>
              <a:t>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android:text</a:t>
            </a:r>
            <a:r>
              <a:rPr lang="en-IN" sz="1600" dirty="0"/>
              <a:t>="Result will appear here"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android:textSize</a:t>
            </a:r>
            <a:r>
              <a:rPr lang="en-IN" sz="1600" dirty="0"/>
              <a:t>="20sp"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android:layout_below</a:t>
            </a:r>
            <a:r>
              <a:rPr lang="en-IN" sz="1600" dirty="0"/>
              <a:t>="@id/</a:t>
            </a:r>
            <a:r>
              <a:rPr lang="en-IN" sz="1600" dirty="0" err="1"/>
              <a:t>btnAdd</a:t>
            </a:r>
            <a:r>
              <a:rPr lang="en-IN" sz="1600" dirty="0"/>
              <a:t>"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dirty="0" err="1"/>
              <a:t>android:layout_marginTop</a:t>
            </a:r>
            <a:r>
              <a:rPr lang="en-IN" sz="1600" dirty="0"/>
              <a:t>="30dp" /&gt;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8637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MainActivity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Kotlin activity:</a:t>
            </a:r>
          </a:p>
          <a:p>
            <a:r>
              <a:t>• class MainActivity : AppCompatActivity()</a:t>
            </a:r>
          </a:p>
          <a:p>
            <a:r>
              <a:t>• onCreate() runs when screen opens</a:t>
            </a:r>
          </a:p>
          <a:p>
            <a:r>
              <a:t>• setContentView() connects XML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XML to Kotlin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 findViewById:</a:t>
            </a:r>
          </a:p>
          <a:p>
            <a:r>
              <a:t>val etNum1 = findViewById&lt;EditText&gt;(R.id.etNum1)</a:t>
            </a:r>
          </a:p>
          <a:p>
            <a:r>
              <a:t>• This connects UI elements to code</a:t>
            </a:r>
          </a:p>
          <a:p>
            <a:r>
              <a:t>• Like connecting the wire between screen +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Click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performed on button click:</a:t>
            </a:r>
          </a:p>
          <a:p>
            <a:r>
              <a:t>1. Read input from EditText</a:t>
            </a:r>
          </a:p>
          <a:p>
            <a:r>
              <a:t>2. Convert to number safely (toDoubleOrNull)</a:t>
            </a:r>
          </a:p>
          <a:p>
            <a:r>
              <a:t>3. Perform + , - , *</a:t>
            </a:r>
          </a:p>
          <a:p>
            <a:r>
              <a:t>4. Show result in TextView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22A9-A8B0-8B8B-53E4-DCCF1DF0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E078-30D1-CF7F-BF9C-6779A5E45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Click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25AD-E1AF-4C6D-0B87-88C409129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// ADD BUTTON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btnAdd.setOnClickListener</a:t>
            </a:r>
            <a:r>
              <a:rPr lang="en-IN" dirty="0"/>
              <a:t> </a:t>
            </a:r>
            <a:r>
              <a:rPr lang="en-IN" b="1" dirty="0"/>
              <a:t>{</a:t>
            </a:r>
            <a:br>
              <a:rPr lang="en-IN" b="1" dirty="0"/>
            </a:br>
            <a:r>
              <a:rPr lang="en-IN" b="1" dirty="0"/>
              <a:t>            </a:t>
            </a:r>
            <a:r>
              <a:rPr lang="en-IN" dirty="0" err="1"/>
              <a:t>val</a:t>
            </a:r>
            <a:r>
              <a:rPr lang="en-IN" dirty="0"/>
              <a:t> n1 = etNum1.</a:t>
            </a:r>
            <a:r>
              <a:rPr lang="en-IN" i="1" dirty="0"/>
              <a:t>text</a:t>
            </a:r>
            <a:r>
              <a:rPr lang="en-IN" dirty="0"/>
              <a:t>.toString().</a:t>
            </a:r>
            <a:r>
              <a:rPr lang="en-IN" i="1" dirty="0" err="1"/>
              <a:t>toDoubleOrNull</a:t>
            </a:r>
            <a:r>
              <a:rPr lang="en-IN" dirty="0"/>
              <a:t>() ?: 0.0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val</a:t>
            </a:r>
            <a:r>
              <a:rPr lang="en-IN" dirty="0"/>
              <a:t> n2 = etNum2.</a:t>
            </a:r>
            <a:r>
              <a:rPr lang="en-IN" i="1" dirty="0"/>
              <a:t>text</a:t>
            </a:r>
            <a:r>
              <a:rPr lang="en-IN" dirty="0"/>
              <a:t>.toString().</a:t>
            </a:r>
            <a:r>
              <a:rPr lang="en-IN" i="1" dirty="0" err="1"/>
              <a:t>toDoubleOrNull</a:t>
            </a:r>
            <a:r>
              <a:rPr lang="en-IN" dirty="0"/>
              <a:t>() ?: 0.0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val</a:t>
            </a:r>
            <a:r>
              <a:rPr lang="en-IN" dirty="0"/>
              <a:t> sum = n1 + n2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tvResult.</a:t>
            </a:r>
            <a:r>
              <a:rPr lang="en-IN" i="1" dirty="0" err="1"/>
              <a:t>text</a:t>
            </a:r>
            <a:r>
              <a:rPr lang="en-IN" i="1" dirty="0"/>
              <a:t> </a:t>
            </a:r>
            <a:r>
              <a:rPr lang="en-IN" dirty="0"/>
              <a:t>= "Addition = $sum"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if (sum &gt; 0) {</a:t>
            </a:r>
            <a:br>
              <a:rPr lang="en-IN" dirty="0"/>
            </a:br>
            <a:r>
              <a:rPr lang="en-IN" dirty="0"/>
              <a:t>                </a:t>
            </a:r>
            <a:r>
              <a:rPr lang="en-IN" dirty="0" err="1"/>
              <a:t>Log.d</a:t>
            </a:r>
            <a:r>
              <a:rPr lang="en-IN" dirty="0"/>
              <a:t>("CALC", "Sum is Positive")</a:t>
            </a:r>
            <a:br>
              <a:rPr lang="en-IN" dirty="0"/>
            </a:br>
            <a:r>
              <a:rPr lang="en-IN" dirty="0"/>
              <a:t>            } else if (sum &lt; 0) {</a:t>
            </a:r>
            <a:br>
              <a:rPr lang="en-IN" dirty="0"/>
            </a:br>
            <a:r>
              <a:rPr lang="en-IN" dirty="0"/>
              <a:t>                </a:t>
            </a:r>
            <a:r>
              <a:rPr lang="en-IN" dirty="0" err="1"/>
              <a:t>Log.d</a:t>
            </a:r>
            <a:r>
              <a:rPr lang="en-IN" dirty="0"/>
              <a:t>("CALC", "Sum is Negative")</a:t>
            </a:r>
            <a:br>
              <a:rPr lang="en-IN" dirty="0"/>
            </a:br>
            <a:r>
              <a:rPr lang="en-IN" dirty="0"/>
              <a:t>            } else {</a:t>
            </a:r>
            <a:br>
              <a:rPr lang="en-IN" dirty="0"/>
            </a:br>
            <a:r>
              <a:rPr lang="en-IN" dirty="0"/>
              <a:t>                </a:t>
            </a:r>
            <a:r>
              <a:rPr lang="en-IN" dirty="0" err="1"/>
              <a:t>Log.d</a:t>
            </a:r>
            <a:r>
              <a:rPr lang="en-IN" dirty="0"/>
              <a:t>("CALC", "Sum is Zero")</a:t>
            </a:r>
            <a:br>
              <a:rPr lang="en-IN" dirty="0"/>
            </a:br>
            <a:r>
              <a:rPr lang="en-IN" dirty="0"/>
              <a:t>            }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>
                <a:highlight>
                  <a:srgbClr val="FFFF00"/>
                </a:highlight>
              </a:rPr>
              <a:t>      when {</a:t>
            </a:r>
            <a:br>
              <a:rPr lang="en-IN" dirty="0">
                <a:highlight>
                  <a:srgbClr val="FFFF00"/>
                </a:highlight>
              </a:rPr>
            </a:br>
            <a:r>
              <a:rPr lang="en-IN" dirty="0">
                <a:highlight>
                  <a:srgbClr val="FFFF00"/>
                </a:highlight>
              </a:rPr>
              <a:t>                diff == 0.0 -&gt; </a:t>
            </a:r>
            <a:r>
              <a:rPr lang="en-IN" dirty="0" err="1">
                <a:highlight>
                  <a:srgbClr val="FFFF00"/>
                </a:highlight>
              </a:rPr>
              <a:t>Log.d</a:t>
            </a:r>
            <a:r>
              <a:rPr lang="en-IN" dirty="0">
                <a:highlight>
                  <a:srgbClr val="FFFF00"/>
                </a:highlight>
              </a:rPr>
              <a:t>("CALC", "Difference is Zero")</a:t>
            </a:r>
            <a:br>
              <a:rPr lang="en-IN" dirty="0">
                <a:highlight>
                  <a:srgbClr val="FFFF00"/>
                </a:highlight>
              </a:rPr>
            </a:br>
            <a:r>
              <a:rPr lang="en-IN" dirty="0">
                <a:highlight>
                  <a:srgbClr val="FFFF00"/>
                </a:highlight>
              </a:rPr>
              <a:t>                diff &gt; 0 -&gt; </a:t>
            </a:r>
            <a:r>
              <a:rPr lang="en-IN" dirty="0" err="1">
                <a:highlight>
                  <a:srgbClr val="FFFF00"/>
                </a:highlight>
              </a:rPr>
              <a:t>Log.d</a:t>
            </a:r>
            <a:r>
              <a:rPr lang="en-IN" dirty="0">
                <a:highlight>
                  <a:srgbClr val="FFFF00"/>
                </a:highlight>
              </a:rPr>
              <a:t>("CALC", "Difference is Positive")</a:t>
            </a:r>
            <a:br>
              <a:rPr lang="en-IN" dirty="0">
                <a:highlight>
                  <a:srgbClr val="FFFF00"/>
                </a:highlight>
              </a:rPr>
            </a:br>
            <a:r>
              <a:rPr lang="en-IN" dirty="0">
                <a:highlight>
                  <a:srgbClr val="FFFF00"/>
                </a:highlight>
              </a:rPr>
              <a:t>                diff &lt; 0 -&gt; </a:t>
            </a:r>
            <a:r>
              <a:rPr lang="en-IN" dirty="0" err="1">
                <a:highlight>
                  <a:srgbClr val="FFFF00"/>
                </a:highlight>
              </a:rPr>
              <a:t>Log.d</a:t>
            </a:r>
            <a:r>
              <a:rPr lang="en-IN" dirty="0">
                <a:highlight>
                  <a:srgbClr val="FFFF00"/>
                </a:highlight>
              </a:rPr>
              <a:t>("CALC", "Difference is Negative")</a:t>
            </a:r>
            <a:br>
              <a:rPr lang="en-IN" dirty="0">
                <a:highlight>
                  <a:srgbClr val="FFFF00"/>
                </a:highlight>
              </a:rPr>
            </a:br>
            <a:r>
              <a:rPr lang="en-IN" dirty="0">
                <a:highlight>
                  <a:srgbClr val="FFFF00"/>
                </a:highlight>
              </a:rPr>
              <a:t>            }</a:t>
            </a:r>
            <a:br>
              <a:rPr lang="en-IN" dirty="0">
                <a:highlight>
                  <a:srgbClr val="FFFF00"/>
                </a:highlight>
              </a:rPr>
            </a:b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43770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Logcat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 messages for debugging:</a:t>
            </a:r>
          </a:p>
          <a:p>
            <a:r>
              <a:t>• Log.d("CALC", "Sum is Positive")</a:t>
            </a:r>
          </a:p>
          <a:p>
            <a:r>
              <a:t>• Helps track values during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672</Words>
  <Application>Microsoft Office PowerPoint</Application>
  <PresentationFormat>On-screen Show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Simple Calculator App (Kotlin + XML)</vt:lpstr>
      <vt:lpstr>What We Are Building</vt:lpstr>
      <vt:lpstr>PowerPoint Presentation</vt:lpstr>
      <vt:lpstr>XML Layout Overview</vt:lpstr>
      <vt:lpstr>Important XML Attributes</vt:lpstr>
      <vt:lpstr>Code snippet</vt:lpstr>
      <vt:lpstr>MainActivity Structure</vt:lpstr>
      <vt:lpstr>Connecting XML to Kotlin</vt:lpstr>
      <vt:lpstr>Button Click Logic</vt:lpstr>
      <vt:lpstr>Button Click Logic</vt:lpstr>
      <vt:lpstr>Using Logcat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2</cp:revision>
  <dcterms:created xsi:type="dcterms:W3CDTF">2013-01-27T09:14:16Z</dcterms:created>
  <dcterms:modified xsi:type="dcterms:W3CDTF">2025-12-12T18:28:33Z</dcterms:modified>
  <cp:category/>
</cp:coreProperties>
</file>