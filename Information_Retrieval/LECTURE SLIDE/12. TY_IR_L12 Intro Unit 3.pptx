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III: Advanced Topics in Information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advanced concepts used in modern search systems</a:t>
            </a:r>
          </a:p>
          <a:p>
            <a:r>
              <a:t>Focus on crawling, summarization, recommendation, multilingual IR,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automatically collecting web pages</a:t>
            </a:r>
          </a:p>
          <a:p>
            <a:r>
              <a:t>Forms the base for indexing and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Crawling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Breadth-first crawling</a:t>
            </a:r>
          </a:p>
          <a:p>
            <a:r>
              <a:t>Depth-first crawling</a:t>
            </a:r>
          </a:p>
          <a:p>
            <a:r>
              <a:t>Focused crawling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Near-Duplicate Page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pages with similar content</a:t>
            </a:r>
          </a:p>
          <a:p>
            <a:r>
              <a:t>Helps reduce redundancy and improve search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Web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pages that change frequently</a:t>
            </a:r>
          </a:p>
          <a:p>
            <a:r>
              <a:t>Handled using re-crawling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a short version of a document</a:t>
            </a:r>
          </a:p>
          <a:p>
            <a:r>
              <a:t>Helps users understand content quickly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Text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Extractive summarization</a:t>
            </a:r>
          </a:p>
          <a:p>
            <a:r>
              <a:t>Abstractive summarization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Answering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direct answers to user queries</a:t>
            </a:r>
          </a:p>
          <a:p>
            <a:r>
              <a:t>Used in chatbots and virtual assistants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Suggests items based on user preferences</a:t>
            </a:r>
          </a:p>
          <a:p>
            <a:r>
              <a:t>Common in e-commerce and streaming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Recommender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Collaborative filtering</a:t>
            </a:r>
          </a:p>
          <a:p>
            <a:r>
              <a:t>Content-based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Cross-Lingual &amp; Multilingual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searching across multiple languages</a:t>
            </a:r>
          </a:p>
          <a:p>
            <a:r>
              <a:t>Uses translation techniques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of IR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performance and effectiveness</a:t>
            </a:r>
          </a:p>
          <a:p>
            <a:r>
              <a:t>Ensures better user satisfaction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studies and surveys</a:t>
            </a:r>
          </a:p>
          <a:p>
            <a:r>
              <a:t>Test collections and benchmarking</a:t>
            </a:r>
          </a:p>
          <a:p>
            <a:r>
              <a:t>Online evaluation (A/B testing)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