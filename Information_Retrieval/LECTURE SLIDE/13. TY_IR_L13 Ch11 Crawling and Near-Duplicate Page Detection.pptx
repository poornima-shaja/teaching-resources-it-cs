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Crawling and Near-Duplicate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Web crawling techniques</a:t>
            </a:r>
          </a:p>
          <a:p>
            <a:pPr/>
            <a:r>
              <a:t>Near-duplicate detection algorithms</a:t>
            </a:r>
          </a:p>
          <a:p>
            <a:pPr/>
            <a:r>
              <a:t>Handling dynamic web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Breadth-First Crawling (BFS)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Uses Queue (FIFO)</a:t>
            </a:r>
          </a:p>
          <a:p>
            <a:pPr/>
            <a:r>
              <a:t>Visits pages level by level</a:t>
            </a:r>
          </a:p>
          <a:p>
            <a:pPr/>
            <a:r>
              <a:t>Finds important pages early</a:t>
            </a:r>
          </a:p>
          <a:p>
            <a:pPr/>
            <a:r>
              <a:t>Example: A → B → C → D → 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Depth-First Crawling (DFS)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Uses Stack (LIFO)</a:t>
            </a:r>
          </a:p>
          <a:p>
            <a:pPr/>
            <a:r>
              <a:t>Visits pages deeply first</a:t>
            </a:r>
          </a:p>
          <a:p>
            <a:pPr/>
            <a:r>
              <a:t>Uses less memory</a:t>
            </a:r>
          </a:p>
          <a:p>
            <a:pPr/>
            <a:r>
              <a:t>Example: A → B → D → E →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Focused Crawling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Crawls only topic-relevant pages</a:t>
            </a:r>
          </a:p>
          <a:p>
            <a:pPr/>
            <a:r>
              <a:t>Uses relevance score</a:t>
            </a:r>
          </a:p>
          <a:p>
            <a:pPr/>
            <a:r>
              <a:t>Saves time and storage</a:t>
            </a:r>
          </a:p>
          <a:p>
            <a:pPr/>
            <a:r>
              <a:t>Improves search quality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Near-Duplicate Page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Identifies identical or similar pages</a:t>
            </a:r>
          </a:p>
          <a:p>
            <a:pPr/>
            <a:r>
              <a:t>Avoids duplicate storage</a:t>
            </a:r>
          </a:p>
          <a:p>
            <a:pPr/>
            <a:r>
              <a:t>Improves search efficiency</a:t>
            </a:r>
          </a:p>
          <a:p>
            <a:pPr/>
            <a:r>
              <a:t>Uses fingerprints/signatures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Shingling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Breaks document into k-word shingles</a:t>
            </a:r>
          </a:p>
          <a:p>
            <a:pPr/>
            <a:r>
              <a:t>Example: 'AI is future' → AI is, is future</a:t>
            </a:r>
          </a:p>
          <a:p>
            <a:pPr/>
            <a:r>
              <a:t>Used to compare similarity</a:t>
            </a:r>
          </a:p>
          <a:p>
            <a:pPr/>
            <a:r>
              <a:t>Foundation of duplicate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MinHash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Creates compact signature</a:t>
            </a:r>
          </a:p>
          <a:p>
            <a:pPr/>
            <a:r>
              <a:t>Reduces comparison cost</a:t>
            </a:r>
          </a:p>
          <a:p>
            <a:pPr/>
            <a:r>
              <a:t>Efficient for large datasets</a:t>
            </a:r>
          </a:p>
          <a:p>
            <a:pPr/>
            <a:r>
              <a:t>Used with shingling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SimHash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Creates binary fingerprint</a:t>
            </a:r>
          </a:p>
          <a:p>
            <a:pPr/>
            <a:r>
              <a:t>Uses Hamming distance</a:t>
            </a:r>
          </a:p>
          <a:p>
            <a:pPr/>
            <a:r>
              <a:t>Very fast comparison</a:t>
            </a:r>
          </a:p>
          <a:p>
            <a:pPr/>
            <a:r>
              <a:t>Used by large search engines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Dynamic Web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Pages change frequently</a:t>
            </a:r>
          </a:p>
          <a:p>
            <a:pPr/>
            <a:r>
              <a:t>Crawler must revisit pages</a:t>
            </a:r>
          </a:p>
          <a:p>
            <a:pPr/>
            <a:r>
              <a:t>Uses change detection</a:t>
            </a:r>
          </a:p>
          <a:p>
            <a:pPr/>
            <a:r>
              <a:t>Uses crawl scheduling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BFS: Level-wise crawling</a:t>
            </a:r>
          </a:p>
          <a:p>
            <a:pPr/>
            <a:r>
              <a:t>DFS: Depth-wise crawling</a:t>
            </a:r>
          </a:p>
          <a:p>
            <a:pPr/>
            <a:r>
              <a:t>Focused: Topic-based crawling</a:t>
            </a:r>
          </a:p>
          <a:p>
            <a:pPr/>
            <a:r>
              <a:t>Shingling, MinHash, SimHash detect duplicates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