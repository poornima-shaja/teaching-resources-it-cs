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to Rank: Algorithms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Introduction to Information Retrieval</a:t>
            </a:r>
          </a:p>
          <a:p>
            <a:r>
              <a:t>Manning, Raghavan, Schütze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Learning to Rank (LTR)?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to Rank is a machine learning approach used to rank items based on relevance.</a:t>
            </a:r>
          </a:p>
          <a:p>
            <a:r>
              <a:t>It learns from training data instead of fixed rules.</a:t>
            </a:r>
          </a:p>
          <a:p>
            <a:r>
              <a:t>Used in search engines and recommendation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Learning to Rank?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ranking uses hand-crafted rules.</a:t>
            </a:r>
          </a:p>
          <a:p>
            <a:r>
              <a:t>LTR adapts automatically using data.</a:t>
            </a:r>
          </a:p>
          <a:p>
            <a:r>
              <a:t>Improves search quality and user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for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labeled training data.</a:t>
            </a:r>
          </a:p>
          <a:p>
            <a:r>
              <a:t>Goal: Rank items correctly for new queries.</a:t>
            </a:r>
          </a:p>
          <a:p>
            <a:r>
              <a:t>Approaches: Pairwise and Listwise.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Pairwise Learning to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Compares two documents at a time.</a:t>
            </a:r>
          </a:p>
          <a:p>
            <a:r>
              <a:t>Learns which document should rank higher.</a:t>
            </a:r>
          </a:p>
          <a:p>
            <a:r>
              <a:t>Examples: RankSVM, RankBoost.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RankSVM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Pairwise ranking using Support Vector Machines.</a:t>
            </a:r>
          </a:p>
          <a:p>
            <a:r>
              <a:t>Learns a function to correctly order document pairs.</a:t>
            </a:r>
          </a:p>
          <a:p>
            <a:r>
              <a:t>Maximizes margin between pairs.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Boosting-based pairwise ranking algorithm.</a:t>
            </a:r>
          </a:p>
          <a:p>
            <a:r>
              <a:t>Combines weak rankers into a strong ranker.</a:t>
            </a:r>
          </a:p>
          <a:p>
            <a:r>
              <a:t>Focuses on incorrectly ranked pairs.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Listwise Learning to Rank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Considers the entire list of documents.</a:t>
            </a:r>
          </a:p>
          <a:p>
            <a:r>
              <a:t>Optimizes overall ranking quality.</a:t>
            </a:r>
          </a:p>
          <a:p>
            <a:r>
              <a:t>Examples: ListNet, LambdaMART.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Precision@k</a:t>
            </a:r>
          </a:p>
          <a:p>
            <a:r>
              <a:t>Recall@k</a:t>
            </a:r>
          </a:p>
          <a:p>
            <a:r>
              <a:t>MAP</a:t>
            </a:r>
          </a:p>
          <a:p>
            <a:r>
              <a:t>NDCG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NDCG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Rewards relevant documents at higher ranks.</a:t>
            </a:r>
          </a:p>
          <a:p>
            <a:r>
              <a:t>Penalizes relevant documents at lower ranks.</a:t>
            </a:r>
          </a:p>
          <a:p>
            <a:r>
              <a:t>Score ranges from 0 to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to Rank improves search ranking.</a:t>
            </a:r>
          </a:p>
          <a:p>
            <a:r>
              <a:t>Pairwise and Listwise are major approaches.</a:t>
            </a:r>
          </a:p>
          <a:p>
            <a:r>
              <a:t>NDCG is the most popular evaluation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Manning, Raghavan, Schütze</a:t>
            </a:r>
          </a:p>
          <a:p>
            <a:r>
              <a:t>Introduction to Information Retrieval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