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333" y="2611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Text Clustering for Information Retrieval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Text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Groups similar documents together</a:t>
            </a:r>
          </a:p>
          <a:p>
            <a:r>
              <a:t>• Unsupervised learning technique</a:t>
            </a:r>
          </a:p>
          <a:p>
            <a:r>
              <a:t>• Widely used in Information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vs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Clustering:</a:t>
            </a:r>
          </a:p>
          <a:p>
            <a:r>
              <a:t>• Unsupervised</a:t>
            </a:r>
          </a:p>
          <a:p>
            <a:r>
              <a:t>• No labels</a:t>
            </a:r>
          </a:p>
          <a:p>
            <a:endParaRPr/>
          </a:p>
          <a:p>
            <a:r>
              <a:t>Classification:</a:t>
            </a:r>
          </a:p>
          <a:p>
            <a:r>
              <a:t>• Supervised</a:t>
            </a:r>
          </a:p>
          <a:p>
            <a:r>
              <a:t>• Uses labeled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Clustering in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Document organization</a:t>
            </a:r>
          </a:p>
          <a:p>
            <a:r>
              <a:t>• Search result grouping</a:t>
            </a:r>
          </a:p>
          <a:p>
            <a:r>
              <a:t>• Query expansion</a:t>
            </a:r>
          </a:p>
          <a:p>
            <a:r>
              <a:t>• Topic discovery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Vector Space Model</a:t>
            </a:r>
          </a:p>
          <a:p>
            <a:r>
              <a:t>• Documents as term vectors</a:t>
            </a:r>
          </a:p>
          <a:p>
            <a:r>
              <a:t>• TF-IDF weighting</a:t>
            </a:r>
          </a:p>
          <a:p>
            <a:r>
              <a:t>• Cosine similarity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Flat Clustering (K-means)</a:t>
            </a:r>
          </a:p>
          <a:p>
            <a:r>
              <a:t>• Hierarchical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Partitions documents into K clusters</a:t>
            </a:r>
          </a:p>
          <a:p>
            <a:r>
              <a:t>• Each cluster has a centroid</a:t>
            </a:r>
          </a:p>
          <a:p>
            <a:r>
              <a:t>• Efficient for large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Choose K</a:t>
            </a:r>
          </a:p>
          <a:p>
            <a:r>
              <a:t>2. Initialize centroids</a:t>
            </a:r>
          </a:p>
          <a:p>
            <a:r>
              <a:t>3. Assign documents</a:t>
            </a:r>
          </a:p>
          <a:p>
            <a:r>
              <a:t>4. Update centroids</a:t>
            </a:r>
          </a:p>
          <a:p>
            <a:r>
              <a:t>5. Repeat until convergence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Objective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Minimize distance between documents and centroids</a:t>
            </a:r>
          </a:p>
          <a:p>
            <a:r>
              <a:t>• Uses Euclidean distance or cosine similarity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Limitations of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• Simple and fast</a:t>
            </a:r>
          </a:p>
          <a:p>
            <a:endParaRPr/>
          </a:p>
          <a:p>
            <a:r>
              <a:t>Limitations:</a:t>
            </a:r>
          </a:p>
          <a:p>
            <a:r>
              <a:t>• Need to choose K</a:t>
            </a:r>
          </a:p>
          <a:p>
            <a:r>
              <a:t>• Sensitive to initialization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Produces hierarchy of clusters</a:t>
            </a:r>
          </a:p>
          <a:p>
            <a:r>
              <a:t>• Represented using dendrogram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Agglomerative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Bottom-up approach</a:t>
            </a:r>
          </a:p>
          <a:p>
            <a:r>
              <a:t>• Merges closest clusters iteratively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Linkage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Single-link</a:t>
            </a:r>
          </a:p>
          <a:p>
            <a:r>
              <a:t>• Complete-link</a:t>
            </a:r>
          </a:p>
          <a:p>
            <a:r>
              <a:t>• Average-link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of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 without labels</a:t>
            </a:r>
          </a:p>
          <a:p>
            <a:r>
              <a:t>• Internal and External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Measures cohesion and separation</a:t>
            </a:r>
          </a:p>
          <a:p>
            <a:r>
              <a:t>• Uses similarity within clusters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ground truth labels</a:t>
            </a:r>
          </a:p>
          <a:p>
            <a:r>
              <a:t>• Purity, Entropy, Rand Index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for Query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Finds related terms</a:t>
            </a:r>
          </a:p>
          <a:p>
            <a:r>
              <a:t>• Improves recall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for Result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Groups search results by topic</a:t>
            </a:r>
          </a:p>
          <a:p>
            <a:r>
              <a:t>• Improves user experience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Result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Easier exploration</a:t>
            </a:r>
          </a:p>
          <a:p>
            <a:r>
              <a:t>• Reduces overload</a:t>
            </a:r>
          </a:p>
          <a:p>
            <a:r>
              <a:t>• Better satisfaction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K-means and Hierarchical clustering</a:t>
            </a:r>
          </a:p>
          <a:p>
            <a:r>
              <a:t>• Important for IR tasks</a:t>
            </a:r>
          </a:p>
          <a:p>
            <a:r>
              <a:t>• Enhances search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Office PowerPoint</Application>
  <PresentationFormat>On-screen Show (4:3)</PresentationFormat>
  <Paragraphs>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Text Clustering for Information Retrieval</vt:lpstr>
      <vt:lpstr>Introduction to Text Clustering</vt:lpstr>
      <vt:lpstr>Clustering vs Classification</vt:lpstr>
      <vt:lpstr>Applications of Clustering in IR</vt:lpstr>
      <vt:lpstr>Document Representation</vt:lpstr>
      <vt:lpstr>Types of Clustering</vt:lpstr>
      <vt:lpstr>K-Means Clustering</vt:lpstr>
      <vt:lpstr>K-Means Algorithm</vt:lpstr>
      <vt:lpstr>K-Means Objective Function</vt:lpstr>
      <vt:lpstr>Advantages and Limitations of K-Means</vt:lpstr>
      <vt:lpstr>Hierarchical Clustering</vt:lpstr>
      <vt:lpstr>Agglomerative Clustering</vt:lpstr>
      <vt:lpstr>Linkage Methods</vt:lpstr>
      <vt:lpstr>Evaluation of Clustering</vt:lpstr>
      <vt:lpstr>Internal Evaluation</vt:lpstr>
      <vt:lpstr>External Evaluation</vt:lpstr>
      <vt:lpstr>Clustering for Query Expansion</vt:lpstr>
      <vt:lpstr>Clustering for Result Grouping</vt:lpstr>
      <vt:lpstr>Advantages of Result Clustering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3</cp:revision>
  <dcterms:created xsi:type="dcterms:W3CDTF">2013-01-27T09:14:16Z</dcterms:created>
  <dcterms:modified xsi:type="dcterms:W3CDTF">2026-02-07T12:06:29Z</dcterms:modified>
  <cp:category/>
</cp:coreProperties>
</file>