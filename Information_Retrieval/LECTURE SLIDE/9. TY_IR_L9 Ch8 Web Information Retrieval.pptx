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 Search Architecture, Crawling, Indexing, Link Analysis &amp; PageRank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Information Retrieval?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Retrieval of relevant information from the World Wide Web</a:t>
            </a:r>
          </a:p>
          <a:p>
            <a:r>
              <a:t>• Deals with massive, dynamic, and heterogeneous data</a:t>
            </a:r>
          </a:p>
          <a:p>
            <a:r>
              <a:t>• Foundation of modern web search engines like Google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Search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components:</a:t>
            </a:r>
          </a:p>
          <a:p>
            <a:r>
              <a:t>• Web Crawler – collects web pages</a:t>
            </a:r>
          </a:p>
          <a:p>
            <a:r>
              <a:t>• Indexer – processes and indexes pages</a:t>
            </a:r>
          </a:p>
          <a:p>
            <a:r>
              <a:t>• Query Processor – handles user queries</a:t>
            </a:r>
          </a:p>
          <a:p>
            <a:r>
              <a:t>• Ranker – ranks results based on relevance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3707A-899C-A421-2E4C-69B6D0DE7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Search Engine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C6FF5-EC17-76A8-8364-73FC5D8F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5134"/>
            <a:ext cx="8077463" cy="280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EB882-8E47-74F9-FFE1-1933BC90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811D-CADA-305A-EB83-5C309E96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Search Engine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E2BAC-F6B0-F64D-76B4-3ACE5AB41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343479"/>
            <a:ext cx="8415867" cy="492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1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Web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Huge scale of the web</a:t>
            </a:r>
          </a:p>
          <a:p>
            <a:r>
              <a:t>• Dynamic and constantly changing content</a:t>
            </a:r>
          </a:p>
          <a:p>
            <a:r>
              <a:t>• Duplicate and spam pages</a:t>
            </a:r>
          </a:p>
          <a:p>
            <a:r>
              <a:t>• Relevance and ranking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Process of automatically downloading web pages</a:t>
            </a:r>
          </a:p>
          <a:p>
            <a:r>
              <a:t>• Starts from seed URLs</a:t>
            </a:r>
          </a:p>
          <a:p>
            <a:r>
              <a:t>• Follows hyperlinks to discover new pages</a:t>
            </a:r>
          </a:p>
          <a:p>
            <a:r>
              <a:t>• Must be efficient and polite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Avoiding duplicate pages</a:t>
            </a:r>
          </a:p>
          <a:p>
            <a:r>
              <a:t>• Handling dynamic content</a:t>
            </a:r>
          </a:p>
          <a:p>
            <a:r>
              <a:t>• Respecting robots.txt</a:t>
            </a:r>
          </a:p>
          <a:p>
            <a:r>
              <a:t>• Managing crawl frequency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Indexing Web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pages into searchable form</a:t>
            </a:r>
          </a:p>
          <a:p>
            <a:r>
              <a:t>• Tokenization, stop-word removal, stemming</a:t>
            </a:r>
          </a:p>
          <a:p>
            <a:r>
              <a:t>• Creates inverted index</a:t>
            </a:r>
          </a:p>
          <a:p>
            <a:r>
              <a:t>• Enables fast query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hyperlinks as signals of importance</a:t>
            </a:r>
          </a:p>
          <a:p>
            <a:r>
              <a:t>• Assumption: Important pages receive more links</a:t>
            </a:r>
          </a:p>
          <a:p>
            <a:r>
              <a:t>• Helps improve ranking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PageRank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by Google founders</a:t>
            </a:r>
          </a:p>
          <a:p>
            <a:r>
              <a:t>• Assigns importance score to each page</a:t>
            </a:r>
          </a:p>
          <a:p>
            <a:r>
              <a:t>• Based on incoming links and their quality</a:t>
            </a:r>
          </a:p>
          <a:p>
            <a:r>
              <a:t>• Uses damping factor (random surfer model)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 IR handles large-scale web data</a:t>
            </a:r>
          </a:p>
          <a:p>
            <a:r>
              <a:t>• Crawling and indexing are core processes</a:t>
            </a:r>
          </a:p>
          <a:p>
            <a:r>
              <a:t>• Link analysis improves ranking</a:t>
            </a:r>
          </a:p>
          <a:p>
            <a:r>
              <a:t>• PageRank is a key web ranking algorithm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272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Web Information Retrieval</vt:lpstr>
      <vt:lpstr>What is Web Information Retrieval?</vt:lpstr>
      <vt:lpstr>Web Search Architecture</vt:lpstr>
      <vt:lpstr>Working of Search Engine</vt:lpstr>
      <vt:lpstr>Architecture of Search Engine</vt:lpstr>
      <vt:lpstr>Challenges in Web Search</vt:lpstr>
      <vt:lpstr>Web Crawling</vt:lpstr>
      <vt:lpstr>Challenges in Crawling</vt:lpstr>
      <vt:lpstr>Indexing Web Pages</vt:lpstr>
      <vt:lpstr>Link Analysis</vt:lpstr>
      <vt:lpstr>PageRank Algorithm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2026-02-06T17:30:23Z</dcterms:modified>
  <cp:category/>
</cp:coreProperties>
</file>