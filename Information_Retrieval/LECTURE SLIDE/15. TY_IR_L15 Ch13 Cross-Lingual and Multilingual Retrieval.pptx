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Cross-Lingual and Multilingual Retrieval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Information Retrieval – PPT Notes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Cross-Lingual Retrieval (CLIR)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Query in one language, documents in another language</a:t>
            </a:r>
          </a:p>
          <a:p>
            <a:pPr lvl="1"/>
            <a:r>
              <a:t>• Helps users search across languages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– Cross-Lingual Retrieval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Query: 'Computer Networks' (English)</a:t>
            </a:r>
          </a:p>
          <a:p>
            <a:pPr lvl="1"/>
            <a:r>
              <a:t>System searches Hindi documents</a:t>
            </a:r>
          </a:p>
          <a:p>
            <a:pPr lvl="1"/>
            <a:r>
              <a:t>Returns: 'कंप्यूटर नेटवर्क' related documents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Multilingual Retrieval (MLIR)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Query searches documents in multiple languages</a:t>
            </a:r>
          </a:p>
          <a:p>
            <a:pPr lvl="1"/>
            <a:r>
              <a:t>• Results may be in English, Hindi, Marathi, etc.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– Multilingual Retrieval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Query: 'Artificial Intelligence'</a:t>
            </a:r>
          </a:p>
          <a:p>
            <a:pPr lvl="1"/>
            <a:r>
              <a:t>Results shown in English, Hindi, and Marathi documents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in Cross-Lingual Retrieval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Language ambiguity</a:t>
            </a:r>
          </a:p>
          <a:p>
            <a:pPr lvl="1"/>
            <a:r>
              <a:t>• Translation errors</a:t>
            </a:r>
          </a:p>
          <a:p>
            <a:pPr lvl="1"/>
            <a:r>
              <a:t>• Sentence structure differences</a:t>
            </a:r>
          </a:p>
          <a:p>
            <a:pPr lvl="1"/>
            <a:r>
              <a:t>• No exact word equivalents</a:t>
            </a:r>
          </a:p>
          <a:p>
            <a:pPr lvl="1"/>
            <a:r>
              <a:t>• Cultural differences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–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Word: 'Bank'</a:t>
            </a:r>
          </a:p>
          <a:p>
            <a:pPr lvl="1"/>
            <a:r>
              <a:t>Meaning 1: River bank</a:t>
            </a:r>
          </a:p>
          <a:p>
            <a:pPr lvl="1"/>
            <a:r>
              <a:t>Meaning 2: Financial bank</a:t>
            </a:r>
          </a:p>
          <a:p>
            <a:pPr lvl="1"/>
            <a:r>
              <a:t>Wrong translation leads to wrong results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Technique 1: Query Translation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Translate query into document language</a:t>
            </a:r>
          </a:p>
          <a:p>
            <a:pPr lvl="1"/>
            <a:r>
              <a:t>• Then perform search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– Query Translation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types: 'Car' (English)</a:t>
            </a:r>
          </a:p>
          <a:p>
            <a:pPr lvl="1"/>
            <a:r>
              <a:t>System translates to Hindi: 'गाड़ी'</a:t>
            </a:r>
          </a:p>
          <a:p>
            <a:pPr lvl="1"/>
            <a:r>
              <a:t>Search performed in Hindi documents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Technique 2: Document Translation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Translate all documents into query language</a:t>
            </a:r>
          </a:p>
          <a:p>
            <a:pPr lvl="1"/>
            <a:r>
              <a:t>• Search in translated documents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– Document Translation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Hindi documents translated into English</a:t>
            </a:r>
          </a:p>
          <a:p>
            <a:pPr lvl="1"/>
            <a:r>
              <a:t>User searches in English</a:t>
            </a:r>
          </a:p>
          <a:p>
            <a:pPr lvl="1"/>
            <a:r>
              <a:t>System retrieves translated documents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Technique 3: Interlingua Representation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Convert query and documents into common numerical form</a:t>
            </a:r>
          </a:p>
          <a:p>
            <a:pPr lvl="1"/>
            <a:r>
              <a:t>• Compare vectors instead of words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– Interlingua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English word: 'Computer'</a:t>
            </a:r>
          </a:p>
          <a:p>
            <a:pPr lvl="1"/>
            <a:r>
              <a:t>Hindi word: 'कंप्यूटर'</a:t>
            </a:r>
          </a:p>
          <a:p>
            <a:pPr lvl="1"/>
            <a:r>
              <a:t>Both converted to similar vectors</a:t>
            </a:r>
          </a:p>
          <a:p>
            <a:pPr lvl="1"/>
            <a:r>
              <a:t>System compares numbers, not words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Machine Translation in IR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Automatic translation using AI/ML</a:t>
            </a:r>
          </a:p>
          <a:p>
            <a:pPr lvl="1"/>
            <a:r>
              <a:t>• Used for query or document translation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– Machine Translation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searches in Marathi</a:t>
            </a:r>
          </a:p>
          <a:p>
            <a:pPr lvl="1"/>
            <a:r>
              <a:t>System translates documents automatically</a:t>
            </a:r>
          </a:p>
          <a:p>
            <a:pPr lvl="1"/>
            <a:r>
              <a:t>Results shown in Marathi language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Multilingual Document Representation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Represent documents in common format</a:t>
            </a:r>
          </a:p>
          <a:p>
            <a:pPr lvl="1"/>
            <a:r>
              <a:t>• Can use translation, vectors, or concept mapping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– Document Representation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English: 'Car'</a:t>
            </a:r>
          </a:p>
          <a:p>
            <a:pPr lvl="1"/>
            <a:r>
              <a:t>Hindi: 'गाड़ी'</a:t>
            </a:r>
          </a:p>
          <a:p>
            <a:pPr lvl="1"/>
            <a:r>
              <a:t>Marathi: 'गाडी'</a:t>
            </a:r>
          </a:p>
          <a:p>
            <a:pPr lvl="1"/>
            <a:r>
              <a:t>All mapped to concept: VEHICLE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Techniques in IR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Precision</a:t>
            </a:r>
          </a:p>
          <a:p>
            <a:pPr lvl="1"/>
            <a:r>
              <a:t>• Recall</a:t>
            </a:r>
          </a:p>
          <a:p>
            <a:pPr lvl="1"/>
            <a:r>
              <a:t>• F-Measure</a:t>
            </a:r>
          </a:p>
          <a:p>
            <a:pPr lvl="1"/>
            <a:r>
              <a:t>• MAP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– Precision &amp; Recall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Retrieved = 10 documents</a:t>
            </a:r>
          </a:p>
          <a:p>
            <a:pPr lvl="1"/>
            <a:r>
              <a:t>Relevant = 7 documents</a:t>
            </a:r>
          </a:p>
          <a:p>
            <a:pPr lvl="1"/>
            <a:r>
              <a:t>Precision = 7/10</a:t>
            </a:r>
          </a:p>
          <a:p>
            <a:pPr lvl="1"/>
            <a:r>
              <a:t>Recall = Relevant Retrieved / Total Relevant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Mean Average Precision (MAP)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Measures performance across multiple queries</a:t>
            </a:r>
          </a:p>
          <a:p>
            <a:pPr lvl="1"/>
            <a:r>
              <a:t>• Used to compare IR systems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– 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Query 1 → Good precision</a:t>
            </a:r>
          </a:p>
          <a:p>
            <a:pPr lvl="1"/>
            <a:r>
              <a:t>Query 2 → Moderate precision</a:t>
            </a:r>
          </a:p>
          <a:p>
            <a:pPr lvl="1"/>
            <a:r>
              <a:t>MAP calculates overall average performance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Collection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Used to evaluate IR systems</a:t>
            </a:r>
          </a:p>
          <a:p>
            <a:pPr lvl="1"/>
            <a:r>
              <a:t>• Contains: Documents, Queries, Relevance Judgement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– Test Collection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Documents: Doc1, Doc2, Doc3</a:t>
            </a:r>
          </a:p>
          <a:p>
            <a:pPr lvl="1"/>
            <a:r>
              <a:t>Query: 'Machine Learning'</a:t>
            </a:r>
          </a:p>
          <a:p>
            <a:pPr lvl="1"/>
            <a:r>
              <a:t>Relevant: Doc2</a:t>
            </a:r>
          </a:p>
          <a:p>
            <a:pPr lvl="1"/>
            <a:r>
              <a:t>Used to calculate precision and recall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