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65" r:id="rId3"/>
    <p:sldId id="264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6" r:id="rId12"/>
    <p:sldId id="267" r:id="rId13"/>
    <p:sldId id="268" r:id="rId14"/>
    <p:sldId id="269" r:id="rId15"/>
    <p:sldId id="270" r:id="rId16"/>
    <p:sldId id="271" r:id="rId17"/>
    <p:sldId id="282" r:id="rId18"/>
    <p:sldId id="272" r:id="rId19"/>
    <p:sldId id="273" r:id="rId20"/>
    <p:sldId id="274" r:id="rId21"/>
    <p:sldId id="275" r:id="rId22"/>
    <p:sldId id="276" r:id="rId23"/>
    <p:sldId id="283" r:id="rId24"/>
    <p:sldId id="277" r:id="rId25"/>
    <p:sldId id="278" r:id="rId26"/>
    <p:sldId id="279" r:id="rId27"/>
    <p:sldId id="280" r:id="rId28"/>
    <p:sldId id="281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65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09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5C133-976E-289B-A138-0C5B3068E5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INFORMATION RETREIVAL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CA7D3E-1368-D783-77DD-021D19F597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UNIT 2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58429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02CD5-12A9-D7D4-7CE5-236755F8D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8CCC0-0F06-BA4A-0A03-F81A9BEB1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Text Categorization and Filtering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Text Clustering for Information Retrieval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Web Information Retrieval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Learning to Rank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Link Analysis and its Role in IR Systems </a:t>
            </a:r>
          </a:p>
        </p:txBody>
      </p:sp>
    </p:spTree>
    <p:extLst>
      <p:ext uri="{BB962C8B-B14F-4D97-AF65-F5344CB8AC3E}">
        <p14:creationId xmlns:p14="http://schemas.microsoft.com/office/powerpoint/2010/main" val="2200568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B527B-249C-8F31-BA02-54603CCC79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CHAPTER 1: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6D464-611D-481E-19FE-AE4E94093D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Text Categorization and Filtering</a:t>
            </a:r>
          </a:p>
        </p:txBody>
      </p:sp>
    </p:spTree>
    <p:extLst>
      <p:ext uri="{BB962C8B-B14F-4D97-AF65-F5344CB8AC3E}">
        <p14:creationId xmlns:p14="http://schemas.microsoft.com/office/powerpoint/2010/main" val="3244776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Categorization &amp;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 process of assigning documents to predefined categories.</a:t>
            </a:r>
          </a:p>
          <a:p>
            <a:r>
              <a:t>Example: Email → Spam / Not Spam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Task of predicting class labels for documents.</a:t>
            </a:r>
          </a:p>
          <a:p>
            <a:r>
              <a:t>Example: News → Sports, Politics, Tech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Naive Bayes Classifier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Probabilistic classifier based on Bayes' Theorem with independence assumption.</a:t>
            </a:r>
          </a:p>
          <a:p>
            <a:r>
              <a:t>Example: Spam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Vector Machine (SVM)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Supervised classifier that finds optimal separating hyperplane.</a:t>
            </a:r>
          </a:p>
          <a:p>
            <a:r>
              <a:t>Example: Sentiment classification</a:t>
            </a:r>
          </a:p>
        </p:txBody>
      </p:sp>
      <p:pic>
        <p:nvPicPr>
          <p:cNvPr id="1026" name="Picture 2" descr="Support Vector Machines (SVM) Made Simple &amp; How To Tutorial">
            <a:extLst>
              <a:ext uri="{FF2B5EF4-FFF2-40B4-BE49-F238E27FC236}">
                <a16:creationId xmlns:a16="http://schemas.microsoft.com/office/drawing/2014/main" id="{FB485922-E51B-ED7E-413A-A2BB9D3F1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863181"/>
            <a:ext cx="4269804" cy="240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Feature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Selecting important terms for classification to improve performance.</a:t>
            </a:r>
          </a:p>
          <a:p>
            <a:r>
              <a:rPr dirty="0"/>
              <a:t>Example: Removing </a:t>
            </a:r>
            <a:r>
              <a:rPr dirty="0" err="1"/>
              <a:t>stopwords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Dimensionality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Reducing number of features while preserving important information.</a:t>
            </a:r>
          </a:p>
          <a:p>
            <a:r>
              <a:t>Example: PCA, LSA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Spam filtering, Document organization, Recommendation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F6957-C3ED-59F0-62DA-CEE740A48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BC0D9-746F-A20B-F1EE-2ABE47091C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CHAPTER 2: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1BCCF4-674D-08F2-4B81-0A1D39BF87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Text Clustering for Information Retrieval</a:t>
            </a:r>
          </a:p>
        </p:txBody>
      </p:sp>
    </p:spTree>
    <p:extLst>
      <p:ext uri="{BB962C8B-B14F-4D97-AF65-F5344CB8AC3E}">
        <p14:creationId xmlns:p14="http://schemas.microsoft.com/office/powerpoint/2010/main" val="3693476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8B470-9039-D832-2407-853920E37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9B9AC-C770-4EDE-4410-645A6158F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Text Clustering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9901E-9BE4-B18D-F494-6079B791D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clustering groups similar documents without using predefined labels.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Grouping similar search results together.</a:t>
            </a:r>
          </a:p>
        </p:txBody>
      </p:sp>
    </p:spTree>
    <p:extLst>
      <p:ext uri="{BB962C8B-B14F-4D97-AF65-F5344CB8AC3E}">
        <p14:creationId xmlns:p14="http://schemas.microsoft.com/office/powerpoint/2010/main" val="3099287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FBAC0-2EA1-99EE-1B6A-96A034BD5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K-Means divides documents into K clusters based on similarity.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Customer segmentation in marketing.</a:t>
            </a:r>
          </a:p>
          <a:p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5013273-625E-8656-3FB8-FCA1DA4C0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K-Means Clustering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8155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2BCB5-86FD-3588-6673-8469A634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Hierarchical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3476C-ACED-45D4-CB56-627E1D816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Hierarchical clustering creates a tree structure of document clusters.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Organizing research papers by topics and subtopics.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CDEC8B-CE09-EAA0-CD6A-42CBA46C4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3804993"/>
            <a:ext cx="5556738" cy="2778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154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81455-8F3E-6066-1764-7A46373E9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Evaluation of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161A9-8500-8869-60F2-AD762538B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Clustering evaluation measures how well documents are grouped.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Purity, Silhouette Score.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0571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DA4F7-9390-F3FA-FD44-526BDA5EC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Clustering for Query Expansion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A41D7-23DE-3FB9-BFB9-4D9806829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Clustering helps improve search results by adding related terms to the query.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Query: “car” → automobile, vehicle, engine.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4974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DF47A-E3A1-04F8-CB70-328FACF54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B8ADC-DEFE-34C9-6FF4-FF9A9301EC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CHAPTER 3: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BC575F-4CD2-44A9-876E-1E35D58F21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Web Information Retrieval</a:t>
            </a:r>
          </a:p>
        </p:txBody>
      </p:sp>
    </p:spTree>
    <p:extLst>
      <p:ext uri="{BB962C8B-B14F-4D97-AF65-F5344CB8AC3E}">
        <p14:creationId xmlns:p14="http://schemas.microsoft.com/office/powerpoint/2010/main" val="298838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1381A-E134-BB9C-2981-BA22CCA37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Web Information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C64C1-2C3C-68D0-E3A5-F3129C627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IR retrieves information from the World Wide Web.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Google Search.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4887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B2A7-F5C8-ECF8-021E-146756DE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Web Crawling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656BC-24FC-6CFA-D19B-4CE349ABB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Crawling is the process of collecting web pages automatically.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Googlebot visits and downloads web pages.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3939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A6A1-ABA6-1891-FBC6-4998B09AA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Web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B773D-F5FD-4746-6EFF-E81C207BC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Indexing organizes web pages for fast searching.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Inverted index of web pages.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605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8ABD-31E0-12DE-F436-7434BD0B7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Web Search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E8472-068E-25BA-F645-B83DAD847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IR faces many challenges due to the size and nature of the web.</a:t>
            </a:r>
          </a:p>
          <a:p>
            <a:r>
              <a:rPr lang="en-US" b="1" dirty="0"/>
              <a:t>Examples:</a:t>
            </a:r>
            <a:br>
              <a:rPr lang="en-US" dirty="0"/>
            </a:br>
            <a:r>
              <a:rPr lang="en-US" dirty="0"/>
              <a:t>Huge data volume, spam pages, duplicate pages.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01935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978E7-0CAD-1A2E-886F-3A2396C62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PageRank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33EAB-ABA7-6E70-8E0D-32D5BAE82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PageRank ranks web pages based on the number and quality of incoming links.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Popular pages appear higher in Google results.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3196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71C92-4EC2-7610-75BC-9C823F308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47D8E-20B0-A13F-14DC-8AA3965E18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CHAPTER 4: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800DED-52A0-5CA3-B268-B7230A89AB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/>
              <a:t>Learning to Rank</a:t>
            </a:r>
          </a:p>
        </p:txBody>
      </p:sp>
    </p:spTree>
    <p:extLst>
      <p:ext uri="{BB962C8B-B14F-4D97-AF65-F5344CB8AC3E}">
        <p14:creationId xmlns:p14="http://schemas.microsoft.com/office/powerpoint/2010/main" val="1877382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3061A-5EF0-D2FA-00AF-725D9DE94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to Rank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31089-1B3A-B2CE-92D0-E46460032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to Rank uses machine learning to arrange search results in the best order.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Google improving results using user clicks.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17442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3A2E0-90BF-D8F9-AAAE-12307D8EF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RankSVM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DEDD9-7F0A-13FF-5D47-280EA60FD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RankSVM</a:t>
            </a:r>
            <a:r>
              <a:rPr lang="en-US" dirty="0"/>
              <a:t> learns ranking functions using support vector machines.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Ranking documents for a search query.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5703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1CC16-F61C-23B9-FDF0-3C9EA4342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RankBoost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ADA90-6B9C-507A-A34F-F3C932F63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RankBoost</a:t>
            </a:r>
            <a:r>
              <a:rPr lang="en-US" dirty="0"/>
              <a:t> is a boosting-based algorithm for ranking.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Combining weak rankers to improve ranking accuracy.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25487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A31C6-EEB0-7785-6AF8-76ED50513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Pairwise vs Listwise Ranking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C3DDE-A488-0FB4-FC66-3A5EE3069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Pairwise compares document pairs, Listwise ranks the entire list at once.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Choosing which of two results is better vs ordering all results.</a:t>
            </a:r>
          </a:p>
        </p:txBody>
      </p:sp>
    </p:spTree>
    <p:extLst>
      <p:ext uri="{BB962C8B-B14F-4D97-AF65-F5344CB8AC3E}">
        <p14:creationId xmlns:p14="http://schemas.microsoft.com/office/powerpoint/2010/main" val="3305624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AB94B-07F2-0400-D57D-2664E0BFB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 Metrics for Ranking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4DA8D-09EC-3641-C244-C350847C1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Ranking evaluation measures how good the result order is.</a:t>
            </a:r>
          </a:p>
          <a:p>
            <a:r>
              <a:rPr lang="en-US" b="1" dirty="0"/>
              <a:t>Examples:</a:t>
            </a:r>
            <a:br>
              <a:rPr lang="en-US" dirty="0"/>
            </a:br>
            <a:r>
              <a:rPr lang="en-US" dirty="0"/>
              <a:t>MAP, NDCG, </a:t>
            </a:r>
            <a:r>
              <a:rPr lang="en-US" dirty="0" err="1"/>
              <a:t>Precision@K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19431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49463-C1A9-BD79-5A60-B02E33062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69D3-BAA6-9A26-678A-DE9641E3C7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CHAPTER 5: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F17813-2A3E-F237-EA19-004FA49158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Link Analysis and its Role in IR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14641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9582E-00A7-DBE3-68C2-47EF62DD1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1FE1D-8183-2EF0-9107-5AEAD028D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 analysis studies web links to determine page importance.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Using links to improve search ranking.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7982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AA277-8D5F-5EAD-058F-8790A9A8D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Web Graph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85202-1335-81FE-BEB2-26BB46A80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web is represented as a graph of pages (nodes) and links (edges).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Page A → Page B means A links to B.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35072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8218D-D223-578D-97E9-3B2E15828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HITS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06D4C-6017-85A9-C3D3-61E87A1FA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HITS identifies authority pages and hub pages.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Wikipedia = authority, directory sites = hubs.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3171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811F8-DE86-A87C-4702-F5A8F8CD8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of Link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FA863-0AF3-ABB5-0F25-9D9C3A29C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 analysis improves many web-based systems.</a:t>
            </a:r>
          </a:p>
          <a:p>
            <a:r>
              <a:rPr lang="en-US" b="1" dirty="0"/>
              <a:t>Examples:</a:t>
            </a:r>
            <a:br>
              <a:rPr lang="en-US" dirty="0"/>
            </a:br>
            <a:r>
              <a:rPr lang="en-US" dirty="0"/>
              <a:t>Search engines, web mining, recommendation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24839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3AAE6-F8BC-28CB-8ACA-F5C68DB62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484438"/>
            <a:ext cx="8229600" cy="1143000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30134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644</Words>
  <Application>Microsoft Office PowerPoint</Application>
  <PresentationFormat>On-screen Show (4:3)</PresentationFormat>
  <Paragraphs>96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INFORMATION RETREIVAL </vt:lpstr>
      <vt:lpstr>TOPICS</vt:lpstr>
      <vt:lpstr>CHAPTER 1: </vt:lpstr>
      <vt:lpstr>Text Categorization &amp; Filtering</vt:lpstr>
      <vt:lpstr>Text Classification</vt:lpstr>
      <vt:lpstr>Naive Bayes Classifier</vt:lpstr>
      <vt:lpstr>Support Vector Machine (SVM)</vt:lpstr>
      <vt:lpstr>Feature Selection</vt:lpstr>
      <vt:lpstr>Dimensionality Reduction</vt:lpstr>
      <vt:lpstr>Applications</vt:lpstr>
      <vt:lpstr>CHAPTER 2: </vt:lpstr>
      <vt:lpstr>Text Clustering</vt:lpstr>
      <vt:lpstr>K-Means Clustering</vt:lpstr>
      <vt:lpstr>Hierarchical Clustering</vt:lpstr>
      <vt:lpstr>Evaluation of Clustering</vt:lpstr>
      <vt:lpstr>Clustering for Query Expansion</vt:lpstr>
      <vt:lpstr>CHAPTER 3: </vt:lpstr>
      <vt:lpstr>Web Information Retrieval</vt:lpstr>
      <vt:lpstr>Web Crawling</vt:lpstr>
      <vt:lpstr>Web Indexing</vt:lpstr>
      <vt:lpstr>Web Search Challenges</vt:lpstr>
      <vt:lpstr>PageRank Algorithm</vt:lpstr>
      <vt:lpstr>CHAPTER 4: </vt:lpstr>
      <vt:lpstr>Learning to Rank</vt:lpstr>
      <vt:lpstr>RankSVM</vt:lpstr>
      <vt:lpstr>RankBoost</vt:lpstr>
      <vt:lpstr>Pairwise vs Listwise Ranking</vt:lpstr>
      <vt:lpstr>Evaluation Metrics for Ranking</vt:lpstr>
      <vt:lpstr>CHAPTER 5: </vt:lpstr>
      <vt:lpstr>Link Analysis</vt:lpstr>
      <vt:lpstr>Web Graph Representation</vt:lpstr>
      <vt:lpstr>HITS Algorithm</vt:lpstr>
      <vt:lpstr>Applications of Link Analysis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RETREIVAL </dc:title>
  <dc:subject/>
  <dc:creator/>
  <cp:keywords/>
  <dc:description>generated using python-pptx</dc:description>
  <cp:lastModifiedBy>LENOVO</cp:lastModifiedBy>
  <cp:revision>3</cp:revision>
  <dcterms:created xsi:type="dcterms:W3CDTF">2013-01-27T09:14:16Z</dcterms:created>
  <dcterms:modified xsi:type="dcterms:W3CDTF">2026-01-02T05:00:43Z</dcterms:modified>
  <cp:category/>
</cp:coreProperties>
</file>