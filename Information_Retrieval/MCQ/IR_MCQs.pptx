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319" r:id="rId3"/>
    <p:sldId id="31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317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320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21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6000" dirty="0"/>
              <a:t>INFORMATION RETREIVAL</a:t>
            </a:r>
          </a:p>
          <a:p>
            <a:pPr marL="0" indent="0" algn="ctr">
              <a:buNone/>
            </a:pPr>
            <a:r>
              <a:rPr lang="en-IN" sz="4800" dirty="0"/>
              <a:t>MCQ CHAPTER 1, 2 AND 3</a:t>
            </a:r>
            <a:endParaRPr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1DB67-6DF7-1139-BB9A-D9482E3CB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5FB7-B50B-0B93-6953-36E12CAC7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MCQ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8A764-B7FF-899D-1626-2ED491E3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📘 CHAPTER 1: Introduction to IR (1–15)</a:t>
            </a:r>
          </a:p>
          <a:p>
            <a:r>
              <a:rPr lang="en-IN" dirty="0"/>
              <a:t>📗 CHAPTER 2: Indexing, Storage &amp; Compression (16–30)</a:t>
            </a:r>
          </a:p>
          <a:p>
            <a:r>
              <a:rPr lang="en-IN" dirty="0"/>
              <a:t>📙 CHAPTER 3: Retrieval Models (31–45)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2774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746EB-057C-ECD7-EAC9-207BF5A40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2565B-203E-5A88-8362-CE77CE794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CBAD7-325F-3501-B320-08F8F9116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Information Retrieval (IR) primarily deals with ______.</a:t>
            </a:r>
          </a:p>
          <a:p>
            <a:r>
              <a:t>A) Storing and retrieving structured databases</a:t>
            </a:r>
          </a:p>
          <a:p>
            <a:r>
              <a:t>B) Searching and retrieving unstructured information</a:t>
            </a:r>
          </a:p>
          <a:p>
            <a:r>
              <a:t>C) Hardware resource allocation</a:t>
            </a:r>
          </a:p>
          <a:p>
            <a:r>
              <a:t>D) File system protection</a:t>
            </a:r>
          </a:p>
        </p:txBody>
      </p:sp>
    </p:spTree>
    <p:extLst>
      <p:ext uri="{BB962C8B-B14F-4D97-AF65-F5344CB8AC3E}">
        <p14:creationId xmlns:p14="http://schemas.microsoft.com/office/powerpoint/2010/main" val="1933397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goal of an IR system is to ______.</a:t>
            </a:r>
          </a:p>
          <a:p>
            <a:r>
              <a:t>A) Store documents only</a:t>
            </a:r>
          </a:p>
          <a:p>
            <a:r>
              <a:t>B) Retrieve irrelevant documents quickly</a:t>
            </a:r>
          </a:p>
          <a:p>
            <a:r>
              <a:t>C) Retrieve information that matches a user query</a:t>
            </a:r>
          </a:p>
          <a:p>
            <a:r>
              <a:t>D) Compress data only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not a component of an IR system?</a:t>
            </a:r>
          </a:p>
          <a:p>
            <a:r>
              <a:t>A) Indexing</a:t>
            </a:r>
          </a:p>
          <a:p>
            <a:r>
              <a:t>B) Query processing</a:t>
            </a:r>
          </a:p>
          <a:p>
            <a:r>
              <a:t>C) Ranking</a:t>
            </a:r>
          </a:p>
          <a:p>
            <a:r>
              <a:t>D) Circuit designing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Ranking in IR helps to ______.</a:t>
            </a:r>
          </a:p>
          <a:p>
            <a:r>
              <a:t>A) Sort documents by size</a:t>
            </a:r>
          </a:p>
          <a:p>
            <a:r>
              <a:t>B) Order documents by relevance</a:t>
            </a:r>
          </a:p>
          <a:p>
            <a:r>
              <a:t>C) Convert documents to PDF files</a:t>
            </a:r>
          </a:p>
          <a:p>
            <a:r>
              <a:t>D) Remove duplicate files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major challenge in IR systems is ______.</a:t>
            </a:r>
          </a:p>
          <a:p>
            <a:r>
              <a:t>A) High cost of keyboards</a:t>
            </a:r>
          </a:p>
          <a:p>
            <a:r>
              <a:t>B) Ambiguity in natural language</a:t>
            </a:r>
          </a:p>
          <a:p>
            <a:r>
              <a:t>C) Lack of web browsers</a:t>
            </a:r>
          </a:p>
          <a:p>
            <a:r>
              <a:t>D) Limited number of documents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 applications are commonly found in ______.</a:t>
            </a:r>
          </a:p>
          <a:p>
            <a:r>
              <a:t>A) Web search engines</a:t>
            </a:r>
          </a:p>
          <a:p>
            <a:r>
              <a:t>B) Microwave ovens</a:t>
            </a:r>
          </a:p>
          <a:p>
            <a:r>
              <a:t>C) CCTV cameras</a:t>
            </a:r>
          </a:p>
          <a:p>
            <a:r>
              <a:t>D) Video games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Google Search is an example of a(n) ______ IR system.</a:t>
            </a:r>
          </a:p>
          <a:p>
            <a:r>
              <a:t>A) Closed-source</a:t>
            </a:r>
          </a:p>
          <a:p>
            <a:r>
              <a:t>B) Web-based</a:t>
            </a:r>
          </a:p>
          <a:p>
            <a:r>
              <a:t>C) Static</a:t>
            </a:r>
          </a:p>
          <a:p>
            <a:r>
              <a:t>D) Analog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 works mainly on ______ data.</a:t>
            </a:r>
          </a:p>
          <a:p>
            <a:r>
              <a:t>A) Numeric</a:t>
            </a:r>
          </a:p>
          <a:p>
            <a:r>
              <a:t>B) Unstructured or semi-structured</a:t>
            </a:r>
          </a:p>
          <a:p>
            <a:r>
              <a:t>C) Fully structured</a:t>
            </a:r>
          </a:p>
          <a:p>
            <a:r>
              <a:t>D) Vector data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layer handles user queries in IR systems?</a:t>
            </a:r>
          </a:p>
          <a:p>
            <a:r>
              <a:t>A) Retrieval</a:t>
            </a:r>
          </a:p>
          <a:p>
            <a:r>
              <a:t>B) Presentation</a:t>
            </a:r>
          </a:p>
          <a:p>
            <a:r>
              <a:t>C) Pre-processing</a:t>
            </a:r>
          </a:p>
          <a:p>
            <a:r>
              <a:t>D) Network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of the following is an application of IR?</a:t>
            </a:r>
          </a:p>
          <a:p>
            <a:r>
              <a:t>A) Spell checking</a:t>
            </a:r>
          </a:p>
          <a:p>
            <a:r>
              <a:t>B) Music recommendation</a:t>
            </a:r>
          </a:p>
          <a:p>
            <a:r>
              <a:t>C) Both A &amp; B</a:t>
            </a:r>
          </a:p>
          <a:p>
            <a:r>
              <a:t>D) None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Precision in IR refers to ______.</a:t>
            </a:r>
          </a:p>
          <a:p>
            <a:r>
              <a:t>A) Time taken to search</a:t>
            </a:r>
          </a:p>
          <a:p>
            <a:r>
              <a:t>B) Accuracy of returned results</a:t>
            </a:r>
          </a:p>
          <a:p>
            <a:r>
              <a:t>C) Total number of queries</a:t>
            </a:r>
          </a:p>
          <a:p>
            <a:r>
              <a:t>D) Document storage space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Recall refers to ______.</a:t>
            </a:r>
          </a:p>
          <a:p>
            <a:r>
              <a:t>A) Ability to retrieve all relevant documents</a:t>
            </a:r>
          </a:p>
          <a:p>
            <a:r>
              <a:t>B) Ability to delete irrelevant documents</a:t>
            </a:r>
          </a:p>
          <a:p>
            <a:r>
              <a:t>C) Sorting files alphabetically</a:t>
            </a:r>
          </a:p>
          <a:p>
            <a:r>
              <a:t>D) Compressing large files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domain heavily uses IR?</a:t>
            </a:r>
          </a:p>
          <a:p>
            <a:r>
              <a:t>A) Health research</a:t>
            </a:r>
          </a:p>
          <a:p>
            <a:r>
              <a:t>B) Social media</a:t>
            </a:r>
          </a:p>
          <a:p>
            <a:r>
              <a:t>C) E-commerce</a:t>
            </a:r>
          </a:p>
          <a:p>
            <a:r>
              <a:t>D) All of these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input to an IR system is a ______.</a:t>
            </a:r>
          </a:p>
          <a:p>
            <a:r>
              <a:t>A) Query</a:t>
            </a:r>
          </a:p>
          <a:p>
            <a:r>
              <a:t>B) Hash value</a:t>
            </a:r>
          </a:p>
          <a:p>
            <a:r>
              <a:t>C) URL</a:t>
            </a:r>
          </a:p>
          <a:p>
            <a:r>
              <a:t>D) Document ID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Noise in IR refers to ______.</a:t>
            </a:r>
          </a:p>
          <a:p>
            <a:r>
              <a:t>A) Physical sound disturbance</a:t>
            </a:r>
          </a:p>
          <a:p>
            <a:r>
              <a:t>B) Irrelevant search results</a:t>
            </a:r>
          </a:p>
          <a:p>
            <a:r>
              <a:t>C) Backup memory</a:t>
            </a:r>
          </a:p>
          <a:p>
            <a:r>
              <a:t>D) Large file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A06D70-26D7-652C-AD28-E9D9A9FB9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594-10AE-B877-F33F-59B310818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📘 CHAPTER 1: Introduction to IR</a:t>
            </a:r>
            <a:br>
              <a:rPr lang="en-US" dirty="0"/>
            </a:br>
            <a:r>
              <a:rPr lang="en-US" dirty="0"/>
              <a:t>Answer Keys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7373F-9D6F-12C8-CD55-2D4E63891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Searching and retrieving unstructured information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 – Retrieve information that matches a user query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 – Circuit designing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Order documents by relevance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Ambiguity in natural language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Web search engines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Web-based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Unstructured or semi-structured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 – Pre-processing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 – Both A &amp; B (Spell checking &amp; Music recommendation)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Accuracy of returned results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Ability to retrieve all relevant documents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 – All of these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Query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Irrelevant search results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546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inverted index stores ______.</a:t>
            </a:r>
          </a:p>
          <a:p>
            <a:r>
              <a:t>A) Documents with their authors</a:t>
            </a:r>
          </a:p>
          <a:p>
            <a:r>
              <a:t>B) Terms and the list of documents they appear in</a:t>
            </a:r>
          </a:p>
          <a:p>
            <a:r>
              <a:t>C) Query histories</a:t>
            </a:r>
          </a:p>
          <a:p>
            <a:r>
              <a:t>D) Website links only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posting list contains ______.</a:t>
            </a:r>
          </a:p>
          <a:p>
            <a:r>
              <a:t>A) List of queries</a:t>
            </a:r>
          </a:p>
          <a:p>
            <a:r>
              <a:t>B) Document IDs where a term occurs</a:t>
            </a:r>
          </a:p>
          <a:p>
            <a:r>
              <a:t>C) Document titles only</a:t>
            </a:r>
          </a:p>
          <a:p>
            <a:r>
              <a:t>D) File extensions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Term weighting is used to ______.</a:t>
            </a:r>
          </a:p>
          <a:p>
            <a:r>
              <a:t>A) Encrypt documents</a:t>
            </a:r>
          </a:p>
          <a:p>
            <a:r>
              <a:t>B) Identify importance of words in a document</a:t>
            </a:r>
          </a:p>
          <a:p>
            <a:r>
              <a:t>C) Format files</a:t>
            </a:r>
          </a:p>
          <a:p>
            <a:r>
              <a:t>D) Store binary code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Stop words are ______.</a:t>
            </a:r>
          </a:p>
          <a:p>
            <a:r>
              <a:t>A) Rare words</a:t>
            </a:r>
          </a:p>
          <a:p>
            <a:r>
              <a:t>B) Very common words</a:t>
            </a:r>
          </a:p>
          <a:p>
            <a:r>
              <a:t>C) Words removed based on spelling</a:t>
            </a:r>
          </a:p>
          <a:p>
            <a:r>
              <a:t>D) Words with numeric values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Stemming converts words to ______.</a:t>
            </a:r>
          </a:p>
          <a:p>
            <a:r>
              <a:t>A) Uppercase</a:t>
            </a:r>
          </a:p>
          <a:p>
            <a:r>
              <a:t>B) Root form</a:t>
            </a:r>
          </a:p>
          <a:p>
            <a:r>
              <a:t>C) Plural form</a:t>
            </a:r>
          </a:p>
          <a:p>
            <a:r>
              <a:t>D) Sentence form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 in TF-IDF stands for ______.</a:t>
            </a:r>
          </a:p>
          <a:p>
            <a:r>
              <a:t>A) Term Frequency</a:t>
            </a:r>
          </a:p>
          <a:p>
            <a:r>
              <a:t>B) Transfer Function</a:t>
            </a:r>
          </a:p>
          <a:p>
            <a:r>
              <a:t>C) True Factor</a:t>
            </a:r>
          </a:p>
          <a:p>
            <a:r>
              <a:t>D) Text Filter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Compression in IR is required for ______.</a:t>
            </a:r>
          </a:p>
          <a:p>
            <a:r>
              <a:t>A) Saving query logs</a:t>
            </a:r>
          </a:p>
          <a:p>
            <a:r>
              <a:t>B) Reducing storage size and speeding retrieval</a:t>
            </a:r>
          </a:p>
          <a:p>
            <a:r>
              <a:t>C) Converting text to audio</a:t>
            </a:r>
          </a:p>
          <a:p>
            <a:r>
              <a:t>D) Error removal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representation stores ______.</a:t>
            </a:r>
          </a:p>
          <a:p>
            <a:r>
              <a:t>A) Document binary codes only</a:t>
            </a:r>
          </a:p>
          <a:p>
            <a:r>
              <a:t>B) Terms as vectors</a:t>
            </a:r>
          </a:p>
          <a:p>
            <a:r>
              <a:t>C) Sentences as images</a:t>
            </a:r>
          </a:p>
          <a:p>
            <a:r>
              <a:t>D) Full webpages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is an index compression technique?</a:t>
            </a:r>
          </a:p>
          <a:p>
            <a:r>
              <a:t>A) Huffman coding</a:t>
            </a:r>
          </a:p>
          <a:p>
            <a:r>
              <a:t>B) IPv6 coding</a:t>
            </a:r>
          </a:p>
          <a:p>
            <a:r>
              <a:t>C) SHA256 hashing</a:t>
            </a:r>
          </a:p>
          <a:p>
            <a:r>
              <a:t>D) AES encryption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Index construction occurs during ______.</a:t>
            </a:r>
          </a:p>
          <a:p>
            <a:r>
              <a:t>A) Query execution</a:t>
            </a:r>
          </a:p>
          <a:p>
            <a:r>
              <a:t>B) Document processing</a:t>
            </a:r>
          </a:p>
          <a:p>
            <a:r>
              <a:t>C) Page ranking</a:t>
            </a:r>
          </a:p>
          <a:p>
            <a:r>
              <a:t>D) Offline storage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Storage of indexed documents supports ______.</a:t>
            </a:r>
          </a:p>
          <a:p>
            <a:r>
              <a:t>A) Faster query response</a:t>
            </a:r>
          </a:p>
          <a:p>
            <a:r>
              <a:t>B) Slower access</a:t>
            </a:r>
          </a:p>
          <a:p>
            <a:r>
              <a:t>C) Only audio retrieval</a:t>
            </a:r>
          </a:p>
          <a:p>
            <a:r>
              <a:t>D) Physical destruction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IDF value is highest for ______ words.</a:t>
            </a:r>
          </a:p>
          <a:p>
            <a:r>
              <a:t>A) Very common</a:t>
            </a:r>
          </a:p>
          <a:p>
            <a:r>
              <a:t>B) Rare</a:t>
            </a:r>
          </a:p>
          <a:p>
            <a:r>
              <a:t>C) Stop words</a:t>
            </a:r>
          </a:p>
          <a:p>
            <a:r>
              <a:t>D) Prepositions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Delta encoding is used for ______.</a:t>
            </a:r>
          </a:p>
          <a:p>
            <a:r>
              <a:t>A) Compressing consecutive document IDs</a:t>
            </a:r>
          </a:p>
          <a:p>
            <a:r>
              <a:t>B) Visual processing</a:t>
            </a:r>
          </a:p>
          <a:p>
            <a:r>
              <a:t>C) Video streaming</a:t>
            </a:r>
          </a:p>
          <a:p>
            <a:r>
              <a:t>D) Sorting alphabetically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Document frequency refers to ______.</a:t>
            </a:r>
          </a:p>
          <a:p>
            <a:r>
              <a:t>A) Number of letters in a term</a:t>
            </a:r>
          </a:p>
          <a:p>
            <a:r>
              <a:t>B) Number of documents containing the term</a:t>
            </a:r>
          </a:p>
          <a:p>
            <a:r>
              <a:t>C) Number of queries per second</a:t>
            </a:r>
          </a:p>
          <a:p>
            <a:r>
              <a:t>D) Storage size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Dictionary in an index stores ______.</a:t>
            </a:r>
          </a:p>
          <a:p>
            <a:r>
              <a:t>A) Terms</a:t>
            </a:r>
          </a:p>
          <a:p>
            <a:r>
              <a:t>B) Words and their pointers</a:t>
            </a:r>
          </a:p>
          <a:p>
            <a:r>
              <a:t>C) Both A &amp; B</a:t>
            </a:r>
          </a:p>
          <a:p>
            <a:r>
              <a:t>D) Only document IDs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D1E28-2964-32FC-BC4B-61C8088D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56B2E-8BAD-DF62-4FF8-9E0978046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CHAPTER 2: Indexing, Storage &amp; Compression (16–30)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04216-EE24-FC03-8178-003C3473A1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Terms and the list of documents they appear in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Document IDs where a term occurs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Identify importance of words in a document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Very common words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Root form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Term Frequency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Reducing storage size and speeding retrieval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Terms as vectors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Huffman coding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Document processing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Faster query response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Rare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Compressing consecutive document IDs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Number of documents containing the term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C – Both A &amp; B (Terms + pointers)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90020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Boolean model uses ______.</a:t>
            </a:r>
          </a:p>
          <a:p>
            <a:r>
              <a:t>A) AND, OR, NOT operators</a:t>
            </a:r>
          </a:p>
          <a:p>
            <a:r>
              <a:t>B) TF-IDF</a:t>
            </a:r>
          </a:p>
          <a:p>
            <a:r>
              <a:t>C) Bayes theorem</a:t>
            </a:r>
          </a:p>
          <a:p>
            <a:r>
              <a:t>D) Cosine similarity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Boolean model retrieval is ______.</a:t>
            </a:r>
          </a:p>
          <a:p>
            <a:r>
              <a:t>A) Ranked</a:t>
            </a:r>
          </a:p>
          <a:p>
            <a:r>
              <a:t>B) Non-ranked</a:t>
            </a:r>
          </a:p>
          <a:p>
            <a:r>
              <a:t>C) AI-based</a:t>
            </a:r>
          </a:p>
          <a:p>
            <a:r>
              <a:t>D) Neural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Vector Space Model represents documents as ______.</a:t>
            </a:r>
          </a:p>
          <a:p>
            <a:r>
              <a:t>A) Binary images</a:t>
            </a:r>
          </a:p>
          <a:p>
            <a:r>
              <a:t>B) Vectors</a:t>
            </a:r>
          </a:p>
          <a:p>
            <a:r>
              <a:t>C) HTML pages</a:t>
            </a:r>
          </a:p>
          <a:p>
            <a:r>
              <a:t>D) XML trees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Cosine similarity measures ______.</a:t>
            </a:r>
          </a:p>
          <a:p>
            <a:r>
              <a:t>A) Angle between document and query vectors</a:t>
            </a:r>
          </a:p>
          <a:p>
            <a:r>
              <a:t>B) Height of document</a:t>
            </a:r>
          </a:p>
          <a:p>
            <a:r>
              <a:t>C) Language type</a:t>
            </a:r>
          </a:p>
          <a:p>
            <a:r>
              <a:t>D) Noise removal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TF-IDF gives higher weight to ______.</a:t>
            </a:r>
          </a:p>
          <a:p>
            <a:r>
              <a:t>A) Common terms</a:t>
            </a:r>
          </a:p>
          <a:p>
            <a:r>
              <a:t>B) Rare terms</a:t>
            </a:r>
          </a:p>
          <a:p>
            <a:r>
              <a:t>C) Stop words</a:t>
            </a:r>
          </a:p>
          <a:p>
            <a:r>
              <a:t>D) Numbers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limitation of Boolean model is ______.</a:t>
            </a:r>
          </a:p>
          <a:p>
            <a:r>
              <a:t>A) No ranking</a:t>
            </a:r>
          </a:p>
          <a:p>
            <a:r>
              <a:t>B) Too much ranking</a:t>
            </a:r>
          </a:p>
          <a:p>
            <a:r>
              <a:t>C) No operators</a:t>
            </a:r>
          </a:p>
          <a:p>
            <a:r>
              <a:t>D) No queries allowed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Probabilistic model is based on ______.</a:t>
            </a:r>
          </a:p>
          <a:p>
            <a:r>
              <a:t>A) Compression theory</a:t>
            </a:r>
          </a:p>
          <a:p>
            <a:r>
              <a:t>B) Relevance probability</a:t>
            </a:r>
          </a:p>
          <a:p>
            <a:r>
              <a:t>C) Sorting algorithms</a:t>
            </a:r>
          </a:p>
          <a:p>
            <a:r>
              <a:t>D) Hardware registers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Relevance feedback improves results by ______.</a:t>
            </a:r>
          </a:p>
          <a:p>
            <a:r>
              <a:t>A) User-provided relevance marking</a:t>
            </a:r>
          </a:p>
          <a:p>
            <a:r>
              <a:t>B) Random guessing</a:t>
            </a:r>
          </a:p>
          <a:p>
            <a:r>
              <a:t>C) Deleting documents</a:t>
            </a:r>
          </a:p>
          <a:p>
            <a:r>
              <a:t>D) Ignoring user feedback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Bayes theorem is used in ______.</a:t>
            </a:r>
          </a:p>
          <a:p>
            <a:r>
              <a:t>A) Probabilistic retrieval model</a:t>
            </a:r>
          </a:p>
          <a:p>
            <a:r>
              <a:t>B) Boolean model</a:t>
            </a:r>
          </a:p>
          <a:p>
            <a:r>
              <a:t>C) XML search</a:t>
            </a:r>
          </a:p>
          <a:p>
            <a:r>
              <a:t>D) Vector model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retrieval model is simplest?</a:t>
            </a:r>
          </a:p>
          <a:p>
            <a:r>
              <a:t>A) Boolean</a:t>
            </a:r>
          </a:p>
          <a:p>
            <a:r>
              <a:t>B) Probabilistic</a:t>
            </a:r>
          </a:p>
          <a:p>
            <a:r>
              <a:t>C) Vector</a:t>
            </a:r>
          </a:p>
          <a:p>
            <a:r>
              <a:t>D) Hybrid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Query-document matching uses ______ in VSM.</a:t>
            </a:r>
          </a:p>
          <a:p>
            <a:r>
              <a:t>A) Cosine similarity</a:t>
            </a:r>
          </a:p>
          <a:p>
            <a:r>
              <a:t>B) XML tags</a:t>
            </a:r>
          </a:p>
          <a:p>
            <a:r>
              <a:t>C) Audio signals</a:t>
            </a:r>
          </a:p>
          <a:p>
            <a:r>
              <a:t>D) Binary addition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VSM, documents with similarity closer to 1 are ______.</a:t>
            </a:r>
          </a:p>
          <a:p>
            <a:r>
              <a:t>A) More relevant</a:t>
            </a:r>
          </a:p>
          <a:p>
            <a:r>
              <a:t>B) Less relevant</a:t>
            </a:r>
          </a:p>
          <a:p>
            <a:r>
              <a:t>C) Deleted</a:t>
            </a:r>
          </a:p>
          <a:p>
            <a:r>
              <a:t>D) Unranked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Rocchio algorithm is used for ______.</a:t>
            </a:r>
          </a:p>
          <a:p>
            <a:r>
              <a:t>A) Relevance feedback</a:t>
            </a:r>
          </a:p>
          <a:p>
            <a:r>
              <a:t>B) Hashing</a:t>
            </a:r>
          </a:p>
          <a:p>
            <a:r>
              <a:t>C) Compression</a:t>
            </a:r>
          </a:p>
          <a:p>
            <a:r>
              <a:t>D) Spell check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Boolean retrieval returns results that are ______.</a:t>
            </a:r>
          </a:p>
          <a:p>
            <a:r>
              <a:t>A) Partially relevant</a:t>
            </a:r>
          </a:p>
          <a:p>
            <a:r>
              <a:t>B) Either relevant or irrelevant</a:t>
            </a:r>
          </a:p>
          <a:p>
            <a:r>
              <a:t>C) Only irrelevant</a:t>
            </a:r>
          </a:p>
          <a:p>
            <a:r>
              <a:t>D) Always ranked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Probabilistic retrieval assumes users want ______.</a:t>
            </a:r>
          </a:p>
          <a:p>
            <a:r>
              <a:t>A) Most probable relevant documents</a:t>
            </a:r>
          </a:p>
          <a:p>
            <a:r>
              <a:t>B) Random documents</a:t>
            </a:r>
          </a:p>
          <a:p>
            <a:r>
              <a:t>C) Oldest files only</a:t>
            </a:r>
          </a:p>
          <a:p>
            <a:r>
              <a:t>D) Large files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863D2-3469-4741-B84C-F5FC78F2C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01829-685C-20F9-797C-CA77139E7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📙 CHAPTER 3: Retrieval Models (31–45)</a:t>
            </a:r>
            <a:endParaRPr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475A61A-9306-AC12-6F9C-BF61EFEFEEE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AND, OR, NOT operators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– Non-ranked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– Vectors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Angle between document and query vectors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– Rare terms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No ranking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– Relevance probability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User-provided relevance marking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Probabilistic retrieval model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Boolean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Cosine similarity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More relevant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Relevance feedback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 – Either relevant or irrelevant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– Most probable relevant documents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950310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Spelling errors affect IR because they ______.</a:t>
            </a:r>
          </a:p>
          <a:p>
            <a:r>
              <a:t>A) Reduce ranking speed</a:t>
            </a:r>
          </a:p>
          <a:p>
            <a:r>
              <a:t>B) Cause irrelevant retrieval</a:t>
            </a:r>
          </a:p>
          <a:p>
            <a:r>
              <a:t>C) Delete index files</a:t>
            </a:r>
          </a:p>
          <a:p>
            <a:r>
              <a:t>D) Increase compression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 distance measures ______.</a:t>
            </a:r>
          </a:p>
          <a:p>
            <a:r>
              <a:t>A) Number of edits needed to change one string to another</a:t>
            </a:r>
          </a:p>
          <a:p>
            <a:r>
              <a:t>B) Time to execute query</a:t>
            </a:r>
          </a:p>
          <a:p>
            <a:r>
              <a:t>C) Number of pages on website</a:t>
            </a:r>
          </a:p>
          <a:p>
            <a:r>
              <a:t>D) Number of documents retrieved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Which algorithm is commonly used for spell correction?</a:t>
            </a:r>
          </a:p>
          <a:p>
            <a:r>
              <a:t>A) Levenshtein distance</a:t>
            </a:r>
          </a:p>
          <a:p>
            <a:r>
              <a:t>B) Johnson’s rule</a:t>
            </a:r>
          </a:p>
          <a:p>
            <a:r>
              <a:t>C) Dijkstra algorithm</a:t>
            </a:r>
          </a:p>
          <a:p>
            <a:r>
              <a:t>D) PageRank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String similarity is useful for ______.</a:t>
            </a:r>
          </a:p>
          <a:p>
            <a:r>
              <a:t>A) Correcting spelling</a:t>
            </a:r>
          </a:p>
          <a:p>
            <a:r>
              <a:t>B) Ranking pages</a:t>
            </a:r>
          </a:p>
          <a:p>
            <a:r>
              <a:t>C) Recovering lost files</a:t>
            </a:r>
          </a:p>
          <a:p>
            <a:r>
              <a:t>D) Encrypting text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Misspelled queries are solved using ______.</a:t>
            </a:r>
          </a:p>
          <a:p>
            <a:r>
              <a:t>A) Query expansion</a:t>
            </a:r>
          </a:p>
          <a:p>
            <a:r>
              <a:t>B) Randomization</a:t>
            </a:r>
          </a:p>
          <a:p>
            <a:r>
              <a:t>C) Document deletion</a:t>
            </a:r>
          </a:p>
          <a:p>
            <a:r>
              <a:t>D) Index swapping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Candidate generation in spelling correction creates ______.</a:t>
            </a:r>
          </a:p>
          <a:p>
            <a:r>
              <a:t>A) Possible corrected forms</a:t>
            </a:r>
          </a:p>
          <a:p>
            <a:r>
              <a:t>B) URLs for websites</a:t>
            </a:r>
          </a:p>
          <a:p>
            <a:r>
              <a:t>C) File extensions</a:t>
            </a:r>
          </a:p>
          <a:p>
            <a:r>
              <a:t>D) Dictionary sorting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spelling mistake type?</a:t>
            </a:r>
          </a:p>
          <a:p>
            <a:r>
              <a:t>A) Substitution</a:t>
            </a:r>
          </a:p>
          <a:p>
            <a:r>
              <a:t>B) Insertion</a:t>
            </a:r>
          </a:p>
          <a:p>
            <a:r>
              <a:t>C) Deletion</a:t>
            </a:r>
          </a:p>
          <a:p>
            <a:r>
              <a:t>D) All of these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Confusion matrix helps in ______.</a:t>
            </a:r>
          </a:p>
          <a:p>
            <a:r>
              <a:t>A) Probability-based correction</a:t>
            </a:r>
          </a:p>
          <a:p>
            <a:r>
              <a:t>B) Audio search</a:t>
            </a:r>
          </a:p>
          <a:p>
            <a:r>
              <a:t>C) Web crawling</a:t>
            </a:r>
          </a:p>
          <a:p>
            <a:r>
              <a:t>D) Hashing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Dictionary-based correction uses ______.</a:t>
            </a:r>
          </a:p>
          <a:p>
            <a:r>
              <a:t>A) Existing word list</a:t>
            </a:r>
          </a:p>
          <a:p>
            <a:r>
              <a:t>B) Images</a:t>
            </a:r>
          </a:p>
          <a:p>
            <a:r>
              <a:t>C) HTML tags</a:t>
            </a:r>
          </a:p>
          <a:p>
            <a:r>
              <a:t>D) Videos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Noisy channel model assumes user typed ______.</a:t>
            </a:r>
          </a:p>
          <a:p>
            <a:r>
              <a:t>A) Incorrect word from a correct word</a:t>
            </a:r>
          </a:p>
          <a:p>
            <a:r>
              <a:t>B) Correct word always</a:t>
            </a:r>
          </a:p>
          <a:p>
            <a:r>
              <a:t>C) Binary code</a:t>
            </a:r>
          </a:p>
          <a:p>
            <a:r>
              <a:t>D) Stop words only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 distance of 0 means ______.</a:t>
            </a:r>
          </a:p>
          <a:p>
            <a:r>
              <a:t>A) Words are identical</a:t>
            </a:r>
          </a:p>
          <a:p>
            <a:r>
              <a:t>B) Words differ fully</a:t>
            </a:r>
          </a:p>
          <a:p>
            <a:r>
              <a:t>C) No dictionary found</a:t>
            </a:r>
          </a:p>
          <a:p>
            <a:r>
              <a:t>D) Document removed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Damerau-Levenshtein distance supports ______ extra operation.</a:t>
            </a:r>
          </a:p>
          <a:p>
            <a:r>
              <a:t>A) Transposition</a:t>
            </a:r>
          </a:p>
          <a:p>
            <a:r>
              <a:t>B) Encryption</a:t>
            </a:r>
          </a:p>
          <a:p>
            <a:r>
              <a:t>C) Translation</a:t>
            </a:r>
          </a:p>
          <a:p>
            <a:r>
              <a:t>D) Compression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Spelling correction improves ______.</a:t>
            </a:r>
          </a:p>
          <a:p>
            <a:r>
              <a:t>A) Precision and recall</a:t>
            </a:r>
          </a:p>
          <a:p>
            <a:r>
              <a:t>B) File formatting</a:t>
            </a:r>
          </a:p>
          <a:p>
            <a:r>
              <a:t>C) Storage speed</a:t>
            </a:r>
          </a:p>
          <a:p>
            <a:r>
              <a:t>D) RAM efficiency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Character-based correction is also called ______.</a:t>
            </a:r>
          </a:p>
          <a:p>
            <a:r>
              <a:t>A) Typo correction</a:t>
            </a:r>
          </a:p>
          <a:p>
            <a:r>
              <a:t>B) Semantic search</a:t>
            </a:r>
          </a:p>
          <a:p>
            <a:r>
              <a:t>C) URL extraction</a:t>
            </a:r>
          </a:p>
          <a:p>
            <a:r>
              <a:t>D) Index flipping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main goal of spelling correction is ______.</a:t>
            </a:r>
          </a:p>
          <a:p>
            <a:r>
              <a:t>A) Retrieve correct relevant documents</a:t>
            </a:r>
          </a:p>
          <a:p>
            <a:r>
              <a:t>B) Reduce document size</a:t>
            </a:r>
          </a:p>
          <a:p>
            <a:r>
              <a:t>C) Encrypt indexes</a:t>
            </a:r>
          </a:p>
          <a:p>
            <a:r>
              <a:t>D) Make queries long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📒 CHAPTER 4: Spelling Correction (46–60)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B – Cause irrelevant retrieval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Number of edits needed to change one string to another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</a:t>
            </a:r>
            <a:r>
              <a:rPr lang="en-US" altLang="en-US" b="1" dirty="0" err="1">
                <a:latin typeface="Arial" panose="020B0604020202020204" pitchFamily="34" charset="0"/>
              </a:rPr>
              <a:t>Levenshtein</a:t>
            </a:r>
            <a:r>
              <a:rPr lang="en-US" altLang="en-US" b="1" dirty="0">
                <a:latin typeface="Arial" panose="020B0604020202020204" pitchFamily="34" charset="0"/>
              </a:rPr>
              <a:t> distance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Correcting spelling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Query expansion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Possible corrected forms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D – All of these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Probability-based correction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Existing word list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Incorrect word from a correct word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Words are identical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Transposition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Precision and recall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Typo correction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b="1" dirty="0">
                <a:latin typeface="Arial" panose="020B0604020202020204" pitchFamily="34" charset="0"/>
              </a:rPr>
              <a:t>A – Retrieve correct relevant documents</a:t>
            </a:r>
            <a:endParaRPr lang="en-US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1953</Words>
  <Application>Microsoft Office PowerPoint</Application>
  <PresentationFormat>On-screen Show (4:3)</PresentationFormat>
  <Paragraphs>430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69" baseType="lpstr">
      <vt:lpstr>Arial</vt:lpstr>
      <vt:lpstr>Calibri</vt:lpstr>
      <vt:lpstr>Office Theme</vt:lpstr>
      <vt:lpstr>PowerPoint Presentation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📘 CHAPTER 1: Introduction to IR Answer Keys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CHAPTER 2: Indexing, Storage &amp; Compression (16–30)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📙 CHAPTER 3: Retrieval Models (31–45)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MCQ</vt:lpstr>
      <vt:lpstr>📒 CHAPTER 4: Spelling Correction (46–60)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poornimanadar1234@gmail.com</cp:lastModifiedBy>
  <cp:revision>3</cp:revision>
  <dcterms:created xsi:type="dcterms:W3CDTF">2013-01-27T09:14:16Z</dcterms:created>
  <dcterms:modified xsi:type="dcterms:W3CDTF">2025-11-27T18:49:40Z</dcterms:modified>
  <cp:category/>
</cp:coreProperties>
</file>