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Android Activity Lifecycle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Lifecycle Methods using Logcat &amp; Toast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of the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understand Android Activity Lifecycle</a:t>
            </a:r>
          </a:p>
          <a:p>
            <a:r>
              <a:t>• To observe lifecycle methods using Logcat</a:t>
            </a:r>
          </a:p>
          <a:p>
            <a:r>
              <a:t>• To display lifecycle events using Toast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238CAC-2A58-461A-F3B5-BADC7E10E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271463"/>
            <a:ext cx="4886325" cy="63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40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FE7ED8-A866-B05C-3A50-4ADD635E9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87927"/>
              </p:ext>
            </p:extLst>
          </p:nvPr>
        </p:nvGraphicFramePr>
        <p:xfrm>
          <a:off x="524933" y="889000"/>
          <a:ext cx="8229600" cy="54525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6217327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234790330"/>
                    </a:ext>
                  </a:extLst>
                </a:gridCol>
              </a:tblGrid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16656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onCreate()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99684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onStart()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09703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onResume()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405931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onPause()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Partially hidden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0902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Courier New" panose="02070309020205020404" pitchFamily="49" charset="0"/>
                        </a:rPr>
                        <a:t>onStop</a:t>
                      </a:r>
                      <a:r>
                        <a:rPr lang="en-IN" sz="24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Completely hidden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912634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onRestart()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Coming 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84038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onDestroy()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Destroyed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53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22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Layout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RelativeLayout is the parent layout</a:t>
            </a:r>
          </a:p>
          <a:p>
            <a:r>
              <a:t>• TextView is centered using layout_centerInParent</a:t>
            </a:r>
          </a:p>
          <a:p>
            <a:r>
              <a:t>• Displays the title: Activity Lifecycle Demo</a:t>
            </a:r>
          </a:p>
          <a:p>
            <a:r>
              <a:t>• Simple UI for demonstration purpose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Activity Lifecycle?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Lifecycle is the sequence of states of an Activity</a:t>
            </a:r>
          </a:p>
          <a:p>
            <a:r>
              <a:t>• Managed by Android OS automatically</a:t>
            </a:r>
          </a:p>
          <a:p>
            <a:r>
              <a:t>• Helps manage memory and resources efficiently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Lifecycle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onCreate() → onStart() → onResume()</a:t>
            </a:r>
          </a:p>
          <a:p>
            <a:endParaRPr/>
          </a:p>
          <a:p>
            <a:r>
              <a:t>onPause() → onStop() → onDestroy()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android.util.Log</a:t>
            </a:r>
          </a:p>
          <a:p>
            <a:r>
              <a:t>import android.widget.Toast</a:t>
            </a:r>
          </a:p>
          <a:p>
            <a:endParaRPr/>
          </a:p>
          <a:p>
            <a:r>
              <a:t>• Log prints messages in Logcat</a:t>
            </a:r>
          </a:p>
          <a:p>
            <a:r>
              <a:t>• Toast shows short popup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onCreate()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Called when Activity is created</a:t>
            </a:r>
          </a:p>
          <a:p>
            <a:r>
              <a:t>• setContentView() loads the layout</a:t>
            </a:r>
          </a:p>
          <a:p>
            <a:r>
              <a:t>• Initialization of components happens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onStart() &amp; onResume()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onStart(): Activity becomes visible</a:t>
            </a:r>
          </a:p>
          <a:p>
            <a:endParaRPr/>
          </a:p>
          <a:p>
            <a:r>
              <a:t>onResume(): Activity comes to foreground</a:t>
            </a:r>
          </a:p>
          <a:p>
            <a:r>
              <a:t>User can now interact with the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onPause() &amp; onStop()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onPause(): Another activity comes in front</a:t>
            </a:r>
          </a:p>
          <a:p>
            <a:endParaRPr/>
          </a:p>
          <a:p>
            <a:r>
              <a:t>onStop(): Activity is no longer visible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onDestroy()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Called before Activity is destroyed</a:t>
            </a:r>
          </a:p>
          <a:p>
            <a:r>
              <a:t>• Final cleanup of resources</a:t>
            </a:r>
          </a:p>
          <a:p>
            <a:r>
              <a:t>• Happens when app is closed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Logcat and Toast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Log.d(TAG, "message") → Logcat output</a:t>
            </a:r>
          </a:p>
          <a:p>
            <a:r>
              <a:t>• Toast shows lifecycle method on screen</a:t>
            </a:r>
          </a:p>
          <a:p>
            <a:r>
              <a:t>• Helps visualize lifecycle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279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Android Activity Lifecycle Demo</vt:lpstr>
      <vt:lpstr>Aim of the Practical</vt:lpstr>
      <vt:lpstr>PowerPoint Presentation</vt:lpstr>
      <vt:lpstr>PowerPoint Presentation</vt:lpstr>
      <vt:lpstr>XML Layout Explanation</vt:lpstr>
      <vt:lpstr>What is Activity Lifecycle?</vt:lpstr>
      <vt:lpstr>Activity Lifecycle Flow</vt:lpstr>
      <vt:lpstr>Required Imports</vt:lpstr>
      <vt:lpstr>onCreate() Method</vt:lpstr>
      <vt:lpstr>onStart() &amp; onResume()</vt:lpstr>
      <vt:lpstr>onPause() &amp; onStop()</vt:lpstr>
      <vt:lpstr>onDestroy() Method</vt:lpstr>
      <vt:lpstr>Logcat and Toast Output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2026-01-02T18:31:50Z</dcterms:modified>
  <cp:category/>
</cp:coreProperties>
</file>