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77" r:id="rId5"/>
    <p:sldId id="278" r:id="rId6"/>
    <p:sldId id="276" r:id="rId7"/>
    <p:sldId id="279" r:id="rId8"/>
    <p:sldId id="281" r:id="rId9"/>
    <p:sldId id="269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>
      <p:cViewPr varScale="1">
        <p:scale>
          <a:sx n="90" d="100"/>
          <a:sy n="90" d="100"/>
        </p:scale>
        <p:origin x="14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47800" y="1022432"/>
            <a:ext cx="8546465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Mobile Application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 Development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</a:t>
            </a:r>
            <a:r>
              <a:rPr lang="en-US" sz="2000" dirty="0"/>
              <a:t>Introduction to Kotlin &amp; Android Studio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SY B.Sc. (CS)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700" spc="-8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177033"/>
            <a:ext cx="844804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Kotlin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modern, cross-platform programming language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JetBrains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Official language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app development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(Google, 2017).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be: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code than Java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600" dirty="0"/>
              <a:t>What is Kotlin?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1432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Why Kotlin? (Advantages)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Interoperable with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Cleaner &amp; shorter 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Null-safety (reduces app crashes)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industry (Google, Netflix, Uber, Pinterest)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8EC554-7967-B2C6-DB49-FF440FC6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1A2BBCD-8112-0610-9F64-290C5AAC1AD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57EF446-FAD5-B3D0-453F-EE92A137BC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E7E3C0A-8CB3-71D8-808F-36AF00B4BA4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5A64892-11EC-6934-4B54-8CD5AD591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Kotlin vs Java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4953DF-38D0-A240-5AE5-C04EF055D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049569"/>
              </p:ext>
            </p:extLst>
          </p:nvPr>
        </p:nvGraphicFramePr>
        <p:xfrm>
          <a:off x="1730374" y="2514599"/>
          <a:ext cx="9242426" cy="375417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4621213">
                  <a:extLst>
                    <a:ext uri="{9D8B030D-6E8A-4147-A177-3AD203B41FA5}">
                      <a16:colId xmlns:a16="http://schemas.microsoft.com/office/drawing/2014/main" val="420990569"/>
                    </a:ext>
                  </a:extLst>
                </a:gridCol>
                <a:gridCol w="4621213">
                  <a:extLst>
                    <a:ext uri="{9D8B030D-6E8A-4147-A177-3AD203B41FA5}">
                      <a16:colId xmlns:a16="http://schemas.microsoft.com/office/drawing/2014/main" val="1630535565"/>
                    </a:ext>
                  </a:extLst>
                </a:gridCol>
              </a:tblGrid>
              <a:tr h="750834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Kotlin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30284"/>
                  </a:ext>
                </a:extLst>
              </a:tr>
              <a:tr h="75083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Verbose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Short &amp; clean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257308"/>
                  </a:ext>
                </a:extLst>
              </a:tr>
              <a:tr h="750834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No null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Built-in null safety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363727"/>
                  </a:ext>
                </a:extLst>
              </a:tr>
              <a:tr h="750834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Slower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Faster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274091"/>
                  </a:ext>
                </a:extLst>
              </a:tr>
              <a:tr h="750834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Old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Modern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898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6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8E29B1-AE87-09A7-5241-AEED272E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9B49CD-C1F7-4BF1-91CA-C14C14FF67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4AA4BEE-A219-DBE3-D461-78341F79AA1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BC6E940-1607-FB9B-4E85-422E456B65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A3024E-BDD9-D293-57DE-F8B948B828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B3EDCA0-ED36-AF8E-35E2-00982C2C0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Where is Kotlin Used?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B953476-4947-34B7-BA57-7A65FE59BBFB}"/>
              </a:ext>
            </a:extLst>
          </p:cNvPr>
          <p:cNvSpPr txBox="1"/>
          <p:nvPr/>
        </p:nvSpPr>
        <p:spPr>
          <a:xfrm>
            <a:off x="2934462" y="2286000"/>
            <a:ext cx="8448040" cy="17177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apps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Desktop apps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Cross-platform apps with Kotlin Multiplatform</a:t>
            </a:r>
          </a:p>
        </p:txBody>
      </p:sp>
    </p:spTree>
    <p:extLst>
      <p:ext uri="{BB962C8B-B14F-4D97-AF65-F5344CB8AC3E}">
        <p14:creationId xmlns:p14="http://schemas.microsoft.com/office/powerpoint/2010/main" val="361476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1558FF-4276-0F1E-5504-CE3DDFDC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A798C1-F2BE-E8FB-1EF9-CEADC4F371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FA2D211-52B4-9D38-62EB-C127A1C364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F75F331-738C-CDE8-55D2-0CE5E059FCE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CE4F03-8CA7-0A01-C2F2-88F33DE051D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2035F9D-310D-0353-657F-D4F3E3CE3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Android Studio – Introduction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A169FBD-CC2D-5D7C-5ABA-48D1D72FAFFB}"/>
              </a:ext>
            </a:extLst>
          </p:cNvPr>
          <p:cNvSpPr txBox="1"/>
          <p:nvPr/>
        </p:nvSpPr>
        <p:spPr>
          <a:xfrm>
            <a:off x="2934462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Official IDE for Android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by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editor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Emulator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 designer</a:t>
            </a:r>
          </a:p>
        </p:txBody>
      </p:sp>
    </p:spTree>
    <p:extLst>
      <p:ext uri="{BB962C8B-B14F-4D97-AF65-F5344CB8AC3E}">
        <p14:creationId xmlns:p14="http://schemas.microsoft.com/office/powerpoint/2010/main" val="215677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FF6E38-76B4-D5E7-3533-F627F98C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9F86E4-CCE6-CBE8-853F-9B3F658CD4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A88E04E-7427-6832-20DF-7EBF0D6295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67F5430-5226-A0CA-ACED-212F5E5262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4E9635-4B57-16C5-D286-16CDC3636E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C358D6F-5733-CBF0-6F69-FC6CBCE01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Why Android Studio?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37FE0B7-063D-E150-F463-475347E13615}"/>
              </a:ext>
            </a:extLst>
          </p:cNvPr>
          <p:cNvSpPr txBox="1"/>
          <p:nvPr/>
        </p:nvSpPr>
        <p:spPr>
          <a:xfrm>
            <a:off x="2951395" y="23622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development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app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Built-in templates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Tight integration with Kotlin</a:t>
            </a:r>
          </a:p>
        </p:txBody>
      </p:sp>
    </p:spTree>
    <p:extLst>
      <p:ext uri="{BB962C8B-B14F-4D97-AF65-F5344CB8AC3E}">
        <p14:creationId xmlns:p14="http://schemas.microsoft.com/office/powerpoint/2010/main" val="259109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851C-0446-890F-4D68-23AE916B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D2AE8E-AB50-F84B-369A-8478C7FA5A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9AA22A3-645E-3844-3CF8-8780F3FAECC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0AC6085-2F5D-59CD-3CE3-FC1F305F942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9F878B7-3723-7FAE-C188-A914DEB64D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D28601B-4971-3EC4-618B-334F4CF751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Steps to Install Android Studio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7F2E721-3FBD-DBAF-832D-2BA2BDE9F3D1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Download Android Studio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Run Installer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Choose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Install SDK &amp; Required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Create First Project</a:t>
            </a:r>
          </a:p>
        </p:txBody>
      </p:sp>
    </p:spTree>
    <p:extLst>
      <p:ext uri="{BB962C8B-B14F-4D97-AF65-F5344CB8AC3E}">
        <p14:creationId xmlns:p14="http://schemas.microsoft.com/office/powerpoint/2010/main" val="398283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144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br>
              <a:rPr lang="en-IN" sz="4500" spc="-20" dirty="0">
                <a:solidFill>
                  <a:srgbClr val="252525"/>
                </a:solidFill>
              </a:rPr>
            </a:br>
            <a:endParaRPr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246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Cambria</vt:lpstr>
      <vt:lpstr>Segoe UI</vt:lpstr>
      <vt:lpstr>Office Theme</vt:lpstr>
      <vt:lpstr>Mobile Application                        Development                 Introduction to Kotlin &amp; Android Studio                          SY B.Sc. (CS)</vt:lpstr>
      <vt:lpstr>2 What is Kotlin?</vt:lpstr>
      <vt:lpstr>3 Why Kotlin? (Advantages)</vt:lpstr>
      <vt:lpstr>3 Kotlin vs Java</vt:lpstr>
      <vt:lpstr>3  Where is Kotlin Used?</vt:lpstr>
      <vt:lpstr>3  Android Studio – Introduction</vt:lpstr>
      <vt:lpstr>3  Why Android Studio?</vt:lpstr>
      <vt:lpstr>3  Steps to Install Android Studio</vt:lpstr>
      <vt:lpstr>Thank you…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12</cp:revision>
  <dcterms:created xsi:type="dcterms:W3CDTF">2025-11-04T17:06:10Z</dcterms:created>
  <dcterms:modified xsi:type="dcterms:W3CDTF">2025-11-16T16:32:16Z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