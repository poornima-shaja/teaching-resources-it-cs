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18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Contact App SQLite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With Dummy Table and Minimal Important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254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ADD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0514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Important Code: INSERT INTO Contacts(name, phone) VALUES(...)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14515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Explanation: New contact is added as new row in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Rahul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4777" y="317351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VIEW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Important Code: SELECT * FROM Contacts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68911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Explanation: Reads all contacts and shows in </a:t>
            </a:r>
            <a:r>
              <a:rPr dirty="0" err="1"/>
              <a:t>ListView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Rahul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7777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CLICK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Important Code: selectedId = ids[position]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 Stores ID of clicked contact (Example: Anu clicked → selectedId = 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Rahul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8888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3079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UPDATE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Important Code: UPDATE Contacts SET name=... WHERE id=selectedId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 Updates only selected contact (Example: Anu row updated)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Rahul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8888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DELETE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Important Code: DELETE FROM Contacts WHERE id=selectedId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 Deletes only selected contact (Example: Anu row deleted)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Rahul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8888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194</Words>
  <Application>Microsoft Office PowerPoint</Application>
  <PresentationFormat>On-screen Show (4:3)</PresentationFormat>
  <Paragraphs>77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Contact App SQLite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3</cp:revision>
  <dcterms:created xsi:type="dcterms:W3CDTF">2013-01-27T09:14:16Z</dcterms:created>
  <dcterms:modified xsi:type="dcterms:W3CDTF">2026-02-20T19:06:54Z</dcterms:modified>
  <cp:category/>
</cp:coreProperties>
</file>