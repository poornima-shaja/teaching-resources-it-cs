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Camera &amp; ImageView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Android Practical</a:t>
            </a:r>
          </a:p>
          <a:p>
            <a:r>
              <a:t>Kotlin | Android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develop a simple Android application using Kotlin</a:t>
            </a:r>
          </a:p>
          <a:p>
            <a:r>
              <a:t>to open the camera, capture an image,</a:t>
            </a:r>
          </a:p>
          <a:p>
            <a:r>
              <a:t>and display it in an ImageView.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Android Studio</a:t>
            </a:r>
          </a:p>
          <a:p>
            <a:r>
              <a:t>• Kotlin</a:t>
            </a:r>
          </a:p>
          <a:p>
            <a:r>
              <a:t>• Android SDK</a:t>
            </a:r>
          </a:p>
          <a:p>
            <a:r>
              <a:t>• Minimum SDK: API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Template: Empty Views Activity</a:t>
            </a:r>
          </a:p>
          <a:p>
            <a:r>
              <a:t>• Language: Kotlin</a:t>
            </a:r>
          </a:p>
          <a:p>
            <a:r>
              <a:t>• Project Name: cameraapp</a:t>
            </a:r>
          </a:p>
          <a:p>
            <a:r>
              <a:t>• Min SDK: API 21 or above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activity_main.xml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 contains:</a:t>
            </a:r>
          </a:p>
          <a:p>
            <a:r>
              <a:t>• One ImageView (to display captured image)</a:t>
            </a:r>
          </a:p>
          <a:p>
            <a:r>
              <a:t>• One Button (to open camera)</a:t>
            </a:r>
          </a:p>
          <a:p/>
          <a:p>
            <a:r>
              <a:t>LinearLayout with vertical orientation</a:t>
            </a:r>
          </a:p>
          <a:p>
            <a:r>
              <a:t>gravity = center</a:t>
            </a:r>
          </a:p>
          <a:p>
            <a:r>
              <a:t>padding = 16dp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ImageView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id: imageView</a:t>
            </a:r>
          </a:p>
          <a:p>
            <a:r>
              <a:t>• Size: 300dp x 300dp</a:t>
            </a:r>
          </a:p>
          <a:p>
            <a:r>
              <a:t>• Background: Light gray</a:t>
            </a:r>
          </a:p>
          <a:p>
            <a:r>
              <a:t>• scaleType: centerCrop</a:t>
            </a:r>
          </a:p>
          <a:p/>
          <a:p>
            <a:r>
              <a:t>Used to display captured photo.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id: btnCamera</a:t>
            </a:r>
          </a:p>
          <a:p>
            <a:r>
              <a:t>• Text: Open Camera</a:t>
            </a:r>
          </a:p>
          <a:p>
            <a:r>
              <a:t>• MarginTop: 20dp</a:t>
            </a:r>
          </a:p>
          <a:p/>
          <a:p>
            <a:r>
              <a:t>When clicked → Requests camera permission.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MainActivity -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lateinit var imageView: ImageView</a:t>
            </a:r>
          </a:p>
          <a:p>
            <a:r>
              <a:t>lateinit var btnCamera: Button</a:t>
            </a:r>
          </a:p>
          <a:p/>
          <a:p>
            <a:r>
              <a:t>Variables are initialized inside onCreate().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onCreate()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setContentView(R.layout.activity_main)</a:t>
            </a:r>
          </a:p>
          <a:p>
            <a:r>
              <a:t>• findViewById for ImageView &amp; Button</a:t>
            </a:r>
          </a:p>
          <a:p>
            <a:r>
              <a:t>• Set OnClickListener on button</a:t>
            </a:r>
          </a:p>
          <a:p>
            <a:r>
              <a:t>• Request CAMERA permission using ActivityCompat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Camera Permission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ActivityCompat.requestPermissions(</a:t>
            </a:r>
          </a:p>
          <a:p>
            <a:r>
              <a:t>   this,</a:t>
            </a:r>
          </a:p>
          <a:p>
            <a:r>
              <a:t>   arrayOf(Manifest.permission.CAMERA),</a:t>
            </a:r>
          </a:p>
          <a:p>
            <a:r>
              <a:t>   100</a:t>
            </a:r>
          </a:p>
          <a:p>
            <a:r>
              <a:t>)</a:t>
            </a:r>
          </a:p>
          <a:p/>
          <a:p>
            <a:r>
              <a:t>Permission request code =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onRequestPermissionsResult()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Checks if permission is granted</a:t>
            </a:r>
          </a:p>
          <a:p>
            <a:r>
              <a:t>• If granted → Opens camera using Intent</a:t>
            </a:r>
          </a:p>
          <a:p/>
          <a:p>
            <a:r>
              <a:t>Intent(MediaStore.ACTION_IMAGE_CAPTURE)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onActivityResult()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Called after camera closes</a:t>
            </a:r>
          </a:p>
          <a:p>
            <a:r>
              <a:t>• Gets captured image as Bitmap</a:t>
            </a:r>
          </a:p>
          <a:p>
            <a:r>
              <a:t>• Sets image to ImageView</a:t>
            </a:r>
          </a:p>
          <a:p/>
          <a:p>
            <a:r>
              <a:t>imageView.setImageBitmap(photo)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AndroidManifest.xml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permission ABOVE &lt;application&gt; tag:</a:t>
            </a:r>
          </a:p>
          <a:p/>
          <a:p>
            <a:r>
              <a:t>&lt;uses-permission android:name="android.permission.CAMERA"/&gt;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Tap 'Open Camera'</a:t>
            </a:r>
          </a:p>
          <a:p>
            <a:r>
              <a:t>• Camera opens</a:t>
            </a:r>
          </a:p>
          <a:p>
            <a:r>
              <a:t>• Capture photo</a:t>
            </a:r>
          </a:p>
          <a:p>
            <a:r>
              <a:t>• Image displayed in ImageView</a:t>
            </a:r>
          </a:p>
          <a:p/>
          <a:p>
            <a:r>
              <a:t>Works on Emulator (if camera supported)</a:t>
            </a:r>
          </a:p>
          <a:p>
            <a:r>
              <a:t>and Real Device.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